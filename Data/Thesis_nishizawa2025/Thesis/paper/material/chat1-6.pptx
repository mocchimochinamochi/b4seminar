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  <p:sldId id="273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9" d="100"/>
          <a:sy n="19" d="100"/>
        </p:scale>
        <p:origin x="36" y="1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57804E-AF71-CD25-A3D0-CE049087F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77E286C-26C8-BA42-9101-14A69E441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31D1DB-3BA9-E574-5575-824F2F7CC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5CF1-0898-4BB4-8971-7286A3DA55C5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313D55-F4ED-CD2A-D0F9-A982C397B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94C98F-0228-8D54-6B13-685556042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6D5F0-9CED-4A67-B5C5-E50AFEEFA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828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71994B-67E2-B121-1F4E-7BE7FFD31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B30930-BD74-17DD-0B22-F4D756174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836F24-E02C-E590-3915-AC7DF4157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5CF1-0898-4BB4-8971-7286A3DA55C5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4CE887-2E32-1E1D-B8AE-D6C566A0D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BB10F5-B31E-A19C-0E8A-95C58926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6D5F0-9CED-4A67-B5C5-E50AFEEFA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2138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26AF10-F54C-27B3-AA72-316DC27A7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4344EA-17B1-832E-0829-2812ED489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6B67A7-1D08-E612-E02A-40BE46361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5CF1-0898-4BB4-8971-7286A3DA55C5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EF44EB-54B4-9E35-CFAD-0B76933CD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B1C0FA-02E1-A012-81B5-833F06ACD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6D5F0-9CED-4A67-B5C5-E50AFEEFA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8233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7B4892-9B10-9172-BA8F-DD619221D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C6A4AD-823F-603D-25F1-415C385B02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CDD2E15-DCBC-C3A7-A344-0AC7E2A64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D042AA-FC9B-C8E3-1379-A43AA90F5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5CF1-0898-4BB4-8971-7286A3DA55C5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7D990E-082B-C81D-FAC4-6F0B6FB75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4EDED5-9799-48A4-5508-0C92D78F5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6D5F0-9CED-4A67-B5C5-E50AFEEFA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789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FF6CBB-B360-76C4-9A99-F4AA43061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4E045A-ECCE-C89A-70BC-832245834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EAC5CC-FCA7-481B-4D83-1B085EC1E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4838730-4A25-0226-D620-B42A3F0986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6DD6B5F-2FD9-035F-83EE-05360A604D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3BE434-9E18-58F4-0F47-6807B5CA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5CF1-0898-4BB4-8971-7286A3DA55C5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30FE531-3D43-05A3-81EB-2FDF3D5D7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3F25F0F-3612-4AE6-CDF6-2AD562B4A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6D5F0-9CED-4A67-B5C5-E50AFEEFA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178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E29034-C318-77CA-F6AF-63F57940B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73CCBF3-4030-4E7E-D2F6-63BCAF925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5CF1-0898-4BB4-8971-7286A3DA55C5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361DD0B-AFD6-633C-7133-1D12ED411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52937BB-27AF-EF81-B643-BE1FED750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6D5F0-9CED-4A67-B5C5-E50AFEEFA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9109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A4699D0-2D37-8877-D265-63D962D66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5CF1-0898-4BB4-8971-7286A3DA55C5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2E46089-8EBD-9847-E618-67D9DB72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1F16B5-54FF-7B26-B112-2B805579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6D5F0-9CED-4A67-B5C5-E50AFEEFA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2634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31394D-0C32-BCB4-7C74-CCC8B71D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3CF8B0-5E82-8BC8-DA89-C12A4AC9A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84EA0BD-0CB4-4E82-CD18-F78F84C7C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4EFA5C-18F4-F7F9-5D8A-5B3513CF5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5CF1-0898-4BB4-8971-7286A3DA55C5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D303C1-D9AE-BF80-0E20-D5F2FB94E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90DD8A-2949-7ED4-2894-72967726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6D5F0-9CED-4A67-B5C5-E50AFEEFA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744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1EB5FB-6CB0-C848-2E1E-281860B6D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C98EC9F-F3C2-8110-BDFB-122F7F957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A222E0B-5E92-FCF6-3743-C877D0806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DD932B-451C-7BD3-0446-4F54DF22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5CF1-0898-4BB4-8971-7286A3DA55C5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13C287-ECA5-2CA0-2047-F080A52A4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AA3A536-B54D-8C30-7DAA-784B9209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6D5F0-9CED-4A67-B5C5-E50AFEEFA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134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0E6E82-1820-B3B7-983A-60A1CDF9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672EDC3-AC8C-DDDB-1E8E-D3A88F3CF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C16994-7E5D-A0FE-8C75-55BD8A5D1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5CF1-0898-4BB4-8971-7286A3DA55C5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2344AF-6638-5103-EEE6-85986769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C5A3A5-37DD-9B85-58CD-4116118B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6D5F0-9CED-4A67-B5C5-E50AFEEFA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4015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E1A4A60-62DF-E849-8E2B-768496604F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252BEB6-CB19-4644-5CEE-7DB96ED34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345E2F-0C16-557A-A84A-FD3683C0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75CF1-0898-4BB4-8971-7286A3DA55C5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BF9653-9666-9ED0-9837-09F709C77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41B496-B5D5-F571-57F4-EBE4073B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6D5F0-9CED-4A67-B5C5-E50AFEEFA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8841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9AA8390-7EE5-09D5-8432-734FFB296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6733B62-FD1A-3BD4-1E78-C2678B2AB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D0F5C9-9173-0480-D23B-3A087BE57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75CF1-0898-4BB4-8971-7286A3DA55C5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890621-5589-E3BE-CF56-EF6C2F775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B40A4F-E1FB-C052-226F-31C02D5FE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6D5F0-9CED-4A67-B5C5-E50AFEEFAB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2280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54A6D32B-8B74-FF9F-72F9-FA24C668F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0139" cy="6858000"/>
          </a:xfrm>
          <a:prstGeom prst="rect">
            <a:avLst/>
          </a:prstGeom>
        </p:spPr>
      </p:pic>
      <p:pic>
        <p:nvPicPr>
          <p:cNvPr id="6" name="図 5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DCBA72B7-593B-21B6-D2AA-2724C225B3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2"/>
          <a:stretch>
            <a:fillRect/>
          </a:stretch>
        </p:blipFill>
        <p:spPr>
          <a:xfrm>
            <a:off x="6461863" y="-1"/>
            <a:ext cx="574382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3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6B912E5C-5161-827B-6F2A-483544EA6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25708" cy="6858000"/>
          </a:xfrm>
          <a:prstGeom prst="rect">
            <a:avLst/>
          </a:prstGeom>
        </p:spPr>
      </p:pic>
      <p:pic>
        <p:nvPicPr>
          <p:cNvPr id="7" name="図 6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BE7EBFF7-5163-37D5-86FD-3BFABCE45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977" y="0"/>
            <a:ext cx="57096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7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261D786-2E56-F390-E4F3-1890A38E1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25708" cy="6858000"/>
          </a:xfrm>
          <a:prstGeom prst="rect">
            <a:avLst/>
          </a:prstGeom>
        </p:spPr>
      </p:pic>
      <p:pic>
        <p:nvPicPr>
          <p:cNvPr id="7" name="図 6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5F136BF9-2BE1-75F4-3703-367CFEFD0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294" y="0"/>
            <a:ext cx="57337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614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西澤　奏都</dc:creator>
  <cp:lastModifiedBy>西澤　奏都</cp:lastModifiedBy>
  <cp:revision>1</cp:revision>
  <dcterms:created xsi:type="dcterms:W3CDTF">2026-02-27T06:56:20Z</dcterms:created>
  <dcterms:modified xsi:type="dcterms:W3CDTF">2026-02-27T06:56:47Z</dcterms:modified>
</cp:coreProperties>
</file>