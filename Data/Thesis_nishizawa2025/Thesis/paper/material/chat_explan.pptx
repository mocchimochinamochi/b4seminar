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7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B51BB0-E517-9A3B-6931-A09FAEE9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3ED9BD-843B-D536-64D4-6267E7C9F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9F3404-2934-1F76-E7D4-72CCBDCC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39C805-5ABF-B9C9-8749-45AA7DB0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CE00F0-7EA3-7EEF-D4C7-5AA9F794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26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C0077-F225-4CFE-728E-40521A6B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22B8A9-5303-1CF9-5107-33BCC6BFE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3CAF88-C062-411D-DF7B-5A62627C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96DC59-139D-BE05-A0B5-165CA16D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3C5308-6458-D090-9347-5A269A6D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70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44283-6E96-63FD-F053-F1E107AEA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3D243B-99E4-07AA-84E1-2A31F337A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2A60A1-9001-21B8-0F09-093B1C5C7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B3BE2B-E0D8-6C75-591A-164C6AD1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48B2DC-B3C0-B4BB-F295-0E0D373A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36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53886A-5A78-8D7E-CD2B-5D41D447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92AD65-B2BE-0BDB-C508-B713BC090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8513D2-8742-CA17-762C-60E5AB22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FC1110-6970-BA73-3BE6-5A6D08ED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A61628-30CE-D3D0-14B4-D90BFBD8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F1BD4A-2732-139C-E096-CABFB7E4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279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213D10-5345-192F-4F03-5C1F83A4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47B0AD-B5E1-66A0-CCB4-87F1923E3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7F4B69-AC69-8C20-05FF-AF148E84C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5288EA3-9066-0909-F424-24854304A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15620D4-ABC8-A57D-C50E-09D86B597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77B92D-5A0E-71EB-DE74-FAA28218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260C05-825B-F9E8-B807-3DD563E75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017BCE-83ED-018A-0E70-9ABD6833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916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2978B6-822B-FF61-4700-630EF720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306CF0-A87C-C626-98D2-912E50B9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1C48A0-4C93-98B6-C19C-31636699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6F5B93-E97B-EAF7-361D-764D43CC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22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653D5D-FE81-8A01-9962-CC6F8BB1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A93D026-C461-BC34-F98D-419BD67D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23479E-6E88-724C-0645-57E37E0B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092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292C1D-24E5-E868-060E-29B773F9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7FDFBA-8102-6BD1-C3F3-751543656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D089CE7-D75B-F0C2-5BB7-492E7A909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3D1DEB-1F56-4244-F72F-AF84BD77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5D5C4C-B63E-92AE-FCD8-780B483E2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F47F09-AABB-B926-4854-2812486B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783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47660F-1145-BE7C-1218-3723E252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7A5F15-7C80-48A6-1952-6CABE2D06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A5C7F8-65C5-9DB0-1F71-C8880D8A1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2C45EE-FBB8-F7E9-D882-900A335E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4BDD1F-F799-8D39-BD82-AB7D7C47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718DB0-A024-6B26-1B7B-6B46046A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85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DE5CF-8E11-48FA-C68F-4DD086F0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7646F2-6096-63A7-39A8-172838BA3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3E69F-4724-2075-AE55-0B48672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4D253D-4EA6-83B9-CA2B-934582BF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F77FD-BA78-1912-00F3-5CD2089F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727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EDA1FE4-C8DF-C389-8E43-4A1D6AC6D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FC2A43-6A1C-DBAD-1AF5-CFAEB1581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AA5076-6063-C12D-E525-B6222A4D4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0DD09D-0854-415A-00A0-14AC036B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664BD6-8555-E801-F2F6-ECCBAFD8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485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492854E-5872-0538-1EF5-7CEB32A7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27DF24-4119-B1DE-B957-63151DF3C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568040-6373-C5AC-E154-EAFFE6E7B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9ABCC-5499-4E20-A208-B9C3C1AEBC54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529BB3-DCC8-117F-3380-014B2F06E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3B39AB-7282-C63E-B259-EDFC277AD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EE55F-8606-4508-9442-976DE2F2D1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5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93AFF50A-DDA1-6E37-8557-55C0C9C0E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96" y="581304"/>
            <a:ext cx="4463727" cy="5362384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F620DDE2-7958-7E40-F58E-48A08A3350AB}"/>
              </a:ext>
            </a:extLst>
          </p:cNvPr>
          <p:cNvSpPr/>
          <p:nvPr/>
        </p:nvSpPr>
        <p:spPr>
          <a:xfrm>
            <a:off x="6299425" y="5415773"/>
            <a:ext cx="152399" cy="14816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6" name="直線コネクタ 11">
            <a:extLst>
              <a:ext uri="{FF2B5EF4-FFF2-40B4-BE49-F238E27FC236}">
                <a16:creationId xmlns:a16="http://schemas.microsoft.com/office/drawing/2014/main" id="{4E9DAFDB-3864-CF2D-20DD-1A4AA369C0DB}"/>
              </a:ext>
            </a:extLst>
          </p:cNvPr>
          <p:cNvCxnSpPr>
            <a:cxnSpLocks/>
          </p:cNvCxnSpPr>
          <p:nvPr/>
        </p:nvCxnSpPr>
        <p:spPr>
          <a:xfrm flipV="1">
            <a:off x="6451822" y="4053315"/>
            <a:ext cx="2441280" cy="1436538"/>
          </a:xfrm>
          <a:prstGeom prst="bentConnector3">
            <a:avLst>
              <a:gd name="adj1" fmla="val 98859"/>
            </a:avLst>
          </a:prstGeom>
          <a:ln w="539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D321EE-50DD-2495-1147-1082BB0FD3BE}"/>
              </a:ext>
            </a:extLst>
          </p:cNvPr>
          <p:cNvSpPr txBox="1"/>
          <p:nvPr/>
        </p:nvSpPr>
        <p:spPr>
          <a:xfrm>
            <a:off x="8140924" y="360990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「次へ」ボタン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18DC2AA-AD1E-0553-58E1-8A09DE2DB8EE}"/>
              </a:ext>
            </a:extLst>
          </p:cNvPr>
          <p:cNvSpPr/>
          <p:nvPr/>
        </p:nvSpPr>
        <p:spPr>
          <a:xfrm>
            <a:off x="5010375" y="852239"/>
            <a:ext cx="1805517" cy="148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B93AD0F-BC3C-A5A6-6F9C-7F9FFA4EE25B}"/>
              </a:ext>
            </a:extLst>
          </p:cNvPr>
          <p:cNvSpPr/>
          <p:nvPr/>
        </p:nvSpPr>
        <p:spPr>
          <a:xfrm>
            <a:off x="5010375" y="1041680"/>
            <a:ext cx="1805517" cy="148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F73EBFB-38D9-D26B-67B4-A38293A1B7BD}"/>
              </a:ext>
            </a:extLst>
          </p:cNvPr>
          <p:cNvSpPr/>
          <p:nvPr/>
        </p:nvSpPr>
        <p:spPr>
          <a:xfrm>
            <a:off x="5010375" y="1231555"/>
            <a:ext cx="1805517" cy="1481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5944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A62CB02-D1E1-CC11-C795-852050F3E1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" t="247" r="1"/>
          <a:stretch>
            <a:fillRect/>
          </a:stretch>
        </p:blipFill>
        <p:spPr>
          <a:xfrm>
            <a:off x="3220843" y="601133"/>
            <a:ext cx="4464000" cy="531075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C947653-08E6-0FB0-EC47-653374D84F4D}"/>
              </a:ext>
            </a:extLst>
          </p:cNvPr>
          <p:cNvSpPr/>
          <p:nvPr/>
        </p:nvSpPr>
        <p:spPr>
          <a:xfrm>
            <a:off x="5452843" y="709083"/>
            <a:ext cx="184754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6F73EC6-8DF2-AED0-D6CE-8C50392EE57A}"/>
              </a:ext>
            </a:extLst>
          </p:cNvPr>
          <p:cNvSpPr/>
          <p:nvPr/>
        </p:nvSpPr>
        <p:spPr>
          <a:xfrm>
            <a:off x="5452843" y="912283"/>
            <a:ext cx="184754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68DB71A-3644-A636-E50C-DC11A260AD98}"/>
              </a:ext>
            </a:extLst>
          </p:cNvPr>
          <p:cNvSpPr/>
          <p:nvPr/>
        </p:nvSpPr>
        <p:spPr>
          <a:xfrm>
            <a:off x="4563843" y="1390649"/>
            <a:ext cx="184754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10C1B4-DF47-622A-F7D1-8286E0DCA087}"/>
              </a:ext>
            </a:extLst>
          </p:cNvPr>
          <p:cNvSpPr/>
          <p:nvPr/>
        </p:nvSpPr>
        <p:spPr>
          <a:xfrm>
            <a:off x="4563843" y="1593849"/>
            <a:ext cx="184754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8AF1134-D1F0-9819-5A7E-36FB645C30FD}"/>
              </a:ext>
            </a:extLst>
          </p:cNvPr>
          <p:cNvSpPr/>
          <p:nvPr/>
        </p:nvSpPr>
        <p:spPr>
          <a:xfrm>
            <a:off x="4470400" y="1926167"/>
            <a:ext cx="2400300" cy="23833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FBA41510-6F8A-DD34-BC2E-C2739E1EBF90}"/>
              </a:ext>
            </a:extLst>
          </p:cNvPr>
          <p:cNvSpPr/>
          <p:nvPr/>
        </p:nvSpPr>
        <p:spPr>
          <a:xfrm>
            <a:off x="7641066" y="3368676"/>
            <a:ext cx="87557" cy="825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4" name="直線コネクタ 11">
            <a:extLst>
              <a:ext uri="{FF2B5EF4-FFF2-40B4-BE49-F238E27FC236}">
                <a16:creationId xmlns:a16="http://schemas.microsoft.com/office/drawing/2014/main" id="{B32648E7-51C8-FCF3-79AA-98564BCD22E5}"/>
              </a:ext>
            </a:extLst>
          </p:cNvPr>
          <p:cNvCxnSpPr>
            <a:cxnSpLocks/>
          </p:cNvCxnSpPr>
          <p:nvPr/>
        </p:nvCxnSpPr>
        <p:spPr>
          <a:xfrm flipV="1">
            <a:off x="7684841" y="2911450"/>
            <a:ext cx="770366" cy="498502"/>
          </a:xfrm>
          <a:prstGeom prst="bentConnector3">
            <a:avLst>
              <a:gd name="adj1" fmla="val 96529"/>
            </a:avLst>
          </a:prstGeom>
          <a:ln w="539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EAE36AA-E07F-E5EF-9BD3-56311C2DC1A0}"/>
              </a:ext>
            </a:extLst>
          </p:cNvPr>
          <p:cNvSpPr txBox="1"/>
          <p:nvPr/>
        </p:nvSpPr>
        <p:spPr>
          <a:xfrm>
            <a:off x="7641064" y="2542119"/>
            <a:ext cx="1816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スクロールバー</a:t>
            </a:r>
          </a:p>
        </p:txBody>
      </p:sp>
    </p:spTree>
    <p:extLst>
      <p:ext uri="{BB962C8B-B14F-4D97-AF65-F5344CB8AC3E}">
        <p14:creationId xmlns:p14="http://schemas.microsoft.com/office/powerpoint/2010/main" val="2853874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西澤　奏都</dc:creator>
  <cp:lastModifiedBy>西澤　奏都</cp:lastModifiedBy>
  <cp:revision>1</cp:revision>
  <dcterms:created xsi:type="dcterms:W3CDTF">2026-02-27T06:52:10Z</dcterms:created>
  <dcterms:modified xsi:type="dcterms:W3CDTF">2026-02-27T06:53:36Z</dcterms:modified>
</cp:coreProperties>
</file>