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600"/>
    <a:srgbClr val="3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EAE27C-986B-0781-BE33-C2085847F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DB72D0E-D025-3EA0-1DAC-0590DA52E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678C4E-8838-67EB-5F03-2754566E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E901E0-7D43-F300-72DC-CCD70FFD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B2D3BA-8394-D200-8E81-9CF3B381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44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5D1EB6-1F82-5BF6-7D9D-8C91F4BA6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D4BC2C-22DE-928F-D5B3-BB5A9E6A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CFD10F-481F-4860-41FD-D5A11967F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C704C5-45C4-A809-B168-1190DD48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40E3C0-BBB4-8EED-56EF-430BAD86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783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7B018D-203D-7C76-CCCF-D1628D8D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5409C7-C3A0-7DD0-736E-0F4F7CB6F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57F04A-CF54-F10E-086A-AE2E6B61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26B8F-FC59-9403-482F-4E9A7AE91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AF8866-C21D-2580-BB07-2B28432A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25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ED067-A2FD-09E6-C0F5-55EF48A3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672C01-0D29-6B9F-C3B7-BD45B4088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F7D1E9-FF91-1119-7DFC-7E270685B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9A1768-A5F2-FD14-E42C-4B8F6A6D6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5D69C6-025F-934E-8BB6-F3A8AB5F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C572A0-E7B5-76AF-2621-DE9C728D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98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F51281-B7AC-C00C-0FAC-BC1DF602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C1F50C6-791F-E034-7450-20110B047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43203F-D1DA-AF2E-6757-F028CD53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12FEB8-24E8-E7B7-CA7F-7827D0E82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C29967-E19F-3AEC-F597-57B7952ED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12B64E-DC57-0635-0B38-5FF71041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84CA46-A9A1-AFC9-DCF9-2FB9E535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5287EE-2BAF-058D-AAA7-32F2674E4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02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149DC-DE85-3654-D83B-B972AC54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F612A-AD23-3B56-0028-AA40CD1D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93A6F1-D068-AA66-9D1C-4AA4AC0DC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818671-B10E-8881-7301-EF44B565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3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6C6BAB-2191-E210-A1E9-6DF7017C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BDE0E4-1993-E034-E4F2-0F618788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FFB768-D7BA-A3A3-D4F7-B59DABCF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35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AD21E7-B8EC-0D4A-A7A4-A95877D9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875597-A6FB-5CAE-4282-C3995E8A0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2296EE-B2F8-7669-B97C-FE7297CB7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91710D-3A9E-A356-4BEB-CCB9E47D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35A5B4-5A0E-5C8F-AA17-5A4F5A50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18F713-2258-9676-5471-CE1800CE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66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163CD6-8FB3-126E-AF6D-D16D9E2C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587B005-CBA3-187E-7A77-D0F627EAF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7AA488-FCBA-45DA-C3EF-048D5D7F8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EAA28F-EA45-D96A-5C3E-682ADF3F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D797AD-0E60-1AF1-F671-31D339BF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3F80FF-D51E-BE4C-34A6-EBA825FA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11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FEF18-FA73-CF59-29F2-DAA52061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3C8EC9-A8F9-E0FA-7658-6604DE3E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1080F7-6EB4-761A-C52B-E2EC6337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8151A5-057D-4E09-7D8F-64580B05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A9756D-C9A9-D90B-35CB-3EE97464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44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A4088A-13DE-F951-F46E-0C32ACAB0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A1010A-E5A2-46BE-CB31-2DDFFF7D6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A58CE5-0E54-A37B-956F-76C1D746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1AB838-8111-6422-065E-D5513086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D30C79-037C-A4F6-9866-500E5F75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3241350-3974-3047-2D26-2116B865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64B054-D6D7-40B6-385C-0B7133E3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D6B764-2FEA-6872-03A9-77DDA3C63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41FE3-C0FF-4EB7-BE57-BB7A473046F4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A83889-777B-298F-DB10-49E2BB2B7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4CCC8C-BBEE-F47E-838A-0EA08C46C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7D9F9-A07F-4224-8A7C-03EBD7AFD9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380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60D8FBDF-2F2D-5AFB-8CD6-64F6071AF7F7}"/>
              </a:ext>
            </a:extLst>
          </p:cNvPr>
          <p:cNvSpPr/>
          <p:nvPr/>
        </p:nvSpPr>
        <p:spPr>
          <a:xfrm>
            <a:off x="5171846" y="416965"/>
            <a:ext cx="1989735" cy="1953159"/>
          </a:xfrm>
          <a:prstGeom prst="ellipse">
            <a:avLst/>
          </a:prstGeom>
          <a:solidFill>
            <a:srgbClr val="326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部分円 5">
            <a:extLst>
              <a:ext uri="{FF2B5EF4-FFF2-40B4-BE49-F238E27FC236}">
                <a16:creationId xmlns:a16="http://schemas.microsoft.com/office/drawing/2014/main" id="{7086E72C-2D6F-1581-C7D7-2E1F8BABEF30}"/>
              </a:ext>
            </a:extLst>
          </p:cNvPr>
          <p:cNvSpPr/>
          <p:nvPr/>
        </p:nvSpPr>
        <p:spPr>
          <a:xfrm rot="10800000">
            <a:off x="4213554" y="3189425"/>
            <a:ext cx="3898997" cy="2794407"/>
          </a:xfrm>
          <a:prstGeom prst="pie">
            <a:avLst>
              <a:gd name="adj1" fmla="val 25607"/>
              <a:gd name="adj2" fmla="val 10817016"/>
            </a:avLst>
          </a:prstGeom>
          <a:solidFill>
            <a:srgbClr val="326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B5E5D9-0C9B-75E5-F1BC-FF3379BE0235}"/>
              </a:ext>
            </a:extLst>
          </p:cNvPr>
          <p:cNvSpPr txBox="1"/>
          <p:nvPr/>
        </p:nvSpPr>
        <p:spPr>
          <a:xfrm>
            <a:off x="3054101" y="4852864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600" b="1" dirty="0"/>
              <a:t>モーリッツ</a:t>
            </a:r>
            <a:endParaRPr kumimoji="1" lang="ja-JP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85580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0E8E-B033-3244-6D8F-69B97F2D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F71F9E55-997F-E1B3-97D4-589A67FDD432}"/>
              </a:ext>
            </a:extLst>
          </p:cNvPr>
          <p:cNvSpPr/>
          <p:nvPr/>
        </p:nvSpPr>
        <p:spPr>
          <a:xfrm>
            <a:off x="5171846" y="416965"/>
            <a:ext cx="1989735" cy="1953159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部分円 5">
            <a:extLst>
              <a:ext uri="{FF2B5EF4-FFF2-40B4-BE49-F238E27FC236}">
                <a16:creationId xmlns:a16="http://schemas.microsoft.com/office/drawing/2014/main" id="{45329D56-5472-682B-93AE-A5E7C1C34A69}"/>
              </a:ext>
            </a:extLst>
          </p:cNvPr>
          <p:cNvSpPr/>
          <p:nvPr/>
        </p:nvSpPr>
        <p:spPr>
          <a:xfrm rot="10800000">
            <a:off x="4213554" y="3189425"/>
            <a:ext cx="3898997" cy="2794407"/>
          </a:xfrm>
          <a:prstGeom prst="pie">
            <a:avLst>
              <a:gd name="adj1" fmla="val 25607"/>
              <a:gd name="adj2" fmla="val 10817016"/>
            </a:avLst>
          </a:prstGeom>
          <a:solidFill>
            <a:srgbClr val="FF9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B12485-8384-7B5D-542E-702EC0AD6045}"/>
              </a:ext>
            </a:extLst>
          </p:cNvPr>
          <p:cNvSpPr txBox="1"/>
          <p:nvPr/>
        </p:nvSpPr>
        <p:spPr>
          <a:xfrm>
            <a:off x="4234566" y="4871375"/>
            <a:ext cx="38779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600" b="1" dirty="0"/>
              <a:t>ピクト</a:t>
            </a:r>
            <a:endParaRPr kumimoji="1" lang="ja-JP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359063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7D36-C460-B214-09CE-4E2A138E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43A86942-AAD3-2760-8E18-72D42AB4E13C}"/>
              </a:ext>
            </a:extLst>
          </p:cNvPr>
          <p:cNvSpPr/>
          <p:nvPr/>
        </p:nvSpPr>
        <p:spPr>
          <a:xfrm>
            <a:off x="5171846" y="416965"/>
            <a:ext cx="1989735" cy="19531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部分円 5">
            <a:extLst>
              <a:ext uri="{FF2B5EF4-FFF2-40B4-BE49-F238E27FC236}">
                <a16:creationId xmlns:a16="http://schemas.microsoft.com/office/drawing/2014/main" id="{6987A079-434A-4483-DD54-7A945174651D}"/>
              </a:ext>
            </a:extLst>
          </p:cNvPr>
          <p:cNvSpPr/>
          <p:nvPr/>
        </p:nvSpPr>
        <p:spPr>
          <a:xfrm rot="10800000">
            <a:off x="4213554" y="3189425"/>
            <a:ext cx="3898997" cy="2794407"/>
          </a:xfrm>
          <a:prstGeom prst="pie">
            <a:avLst>
              <a:gd name="adj1" fmla="val 25607"/>
              <a:gd name="adj2" fmla="val 108170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91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西澤　奏都</dc:creator>
  <cp:lastModifiedBy>西澤　奏都</cp:lastModifiedBy>
  <cp:revision>1</cp:revision>
  <dcterms:created xsi:type="dcterms:W3CDTF">2026-03-03T12:33:20Z</dcterms:created>
  <dcterms:modified xsi:type="dcterms:W3CDTF">2026-03-03T12:43:09Z</dcterms:modified>
</cp:coreProperties>
</file>