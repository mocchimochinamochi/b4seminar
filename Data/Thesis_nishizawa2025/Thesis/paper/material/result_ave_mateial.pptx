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</p:sldIdLst>
  <p:sldSz cx="9632950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>
        <p:scale>
          <a:sx n="75" d="100"/>
          <a:sy n="75" d="100"/>
        </p:scale>
        <p:origin x="11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2471" y="1296173"/>
            <a:ext cx="8188008" cy="2757347"/>
          </a:xfrm>
        </p:spPr>
        <p:txBody>
          <a:bodyPr anchor="b"/>
          <a:lstStyle>
            <a:lvl1pPr algn="ctr">
              <a:defRPr sz="632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4119" y="4159854"/>
            <a:ext cx="7224713" cy="1912175"/>
          </a:xfrm>
        </p:spPr>
        <p:txBody>
          <a:bodyPr/>
          <a:lstStyle>
            <a:lvl1pPr marL="0" indent="0" algn="ctr">
              <a:buNone/>
              <a:defRPr sz="2528"/>
            </a:lvl1pPr>
            <a:lvl2pPr marL="481660" indent="0" algn="ctr">
              <a:buNone/>
              <a:defRPr sz="2107"/>
            </a:lvl2pPr>
            <a:lvl3pPr marL="963320" indent="0" algn="ctr">
              <a:buNone/>
              <a:defRPr sz="1896"/>
            </a:lvl3pPr>
            <a:lvl4pPr marL="1444981" indent="0" algn="ctr">
              <a:buNone/>
              <a:defRPr sz="1686"/>
            </a:lvl4pPr>
            <a:lvl5pPr marL="1926641" indent="0" algn="ctr">
              <a:buNone/>
              <a:defRPr sz="1686"/>
            </a:lvl5pPr>
            <a:lvl6pPr marL="2408301" indent="0" algn="ctr">
              <a:buNone/>
              <a:defRPr sz="1686"/>
            </a:lvl6pPr>
            <a:lvl7pPr marL="2889961" indent="0" algn="ctr">
              <a:buNone/>
              <a:defRPr sz="1686"/>
            </a:lvl7pPr>
            <a:lvl8pPr marL="3371621" indent="0" algn="ctr">
              <a:buNone/>
              <a:defRPr sz="1686"/>
            </a:lvl8pPr>
            <a:lvl9pPr marL="3853282" indent="0" algn="ctr">
              <a:buNone/>
              <a:defRPr sz="168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7849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07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49" y="1974512"/>
            <a:ext cx="8308419" cy="3294515"/>
          </a:xfrm>
        </p:spPr>
        <p:txBody>
          <a:bodyPr anchor="b"/>
          <a:lstStyle>
            <a:lvl1pPr>
              <a:defRPr sz="632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7249" y="5300194"/>
            <a:ext cx="8308419" cy="1732508"/>
          </a:xfrm>
        </p:spPr>
        <p:txBody>
          <a:bodyPr/>
          <a:lstStyle>
            <a:lvl1pPr marL="0" indent="0">
              <a:buNone/>
              <a:defRPr sz="2528">
                <a:solidFill>
                  <a:schemeClr val="tx1">
                    <a:tint val="82000"/>
                  </a:schemeClr>
                </a:solidFill>
              </a:defRPr>
            </a:lvl1pPr>
            <a:lvl2pPr marL="481660" indent="0">
              <a:buNone/>
              <a:defRPr sz="2107">
                <a:solidFill>
                  <a:schemeClr val="tx1">
                    <a:tint val="82000"/>
                  </a:schemeClr>
                </a:solidFill>
              </a:defRPr>
            </a:lvl2pPr>
            <a:lvl3pPr marL="963320" indent="0">
              <a:buNone/>
              <a:defRPr sz="1896">
                <a:solidFill>
                  <a:schemeClr val="tx1">
                    <a:tint val="82000"/>
                  </a:schemeClr>
                </a:solidFill>
              </a:defRPr>
            </a:lvl3pPr>
            <a:lvl4pPr marL="1444981" indent="0">
              <a:buNone/>
              <a:defRPr sz="1686">
                <a:solidFill>
                  <a:schemeClr val="tx1">
                    <a:tint val="82000"/>
                  </a:schemeClr>
                </a:solidFill>
              </a:defRPr>
            </a:lvl4pPr>
            <a:lvl5pPr marL="1926641" indent="0">
              <a:buNone/>
              <a:defRPr sz="1686">
                <a:solidFill>
                  <a:schemeClr val="tx1">
                    <a:tint val="82000"/>
                  </a:schemeClr>
                </a:solidFill>
              </a:defRPr>
            </a:lvl5pPr>
            <a:lvl6pPr marL="2408301" indent="0">
              <a:buNone/>
              <a:defRPr sz="1686">
                <a:solidFill>
                  <a:schemeClr val="tx1">
                    <a:tint val="82000"/>
                  </a:schemeClr>
                </a:solidFill>
              </a:defRPr>
            </a:lvl6pPr>
            <a:lvl7pPr marL="2889961" indent="0">
              <a:buNone/>
              <a:defRPr sz="1686">
                <a:solidFill>
                  <a:schemeClr val="tx1">
                    <a:tint val="82000"/>
                  </a:schemeClr>
                </a:solidFill>
              </a:defRPr>
            </a:lvl7pPr>
            <a:lvl8pPr marL="3371621" indent="0">
              <a:buNone/>
              <a:defRPr sz="1686">
                <a:solidFill>
                  <a:schemeClr val="tx1">
                    <a:tint val="82000"/>
                  </a:schemeClr>
                </a:solidFill>
              </a:defRPr>
            </a:lvl8pPr>
            <a:lvl9pPr marL="3853282" indent="0">
              <a:buNone/>
              <a:defRPr sz="16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926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2265" y="2108344"/>
            <a:ext cx="4094004" cy="502519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681" y="2108344"/>
            <a:ext cx="4094004" cy="502519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363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20" y="421671"/>
            <a:ext cx="8308419" cy="153084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521" y="1941510"/>
            <a:ext cx="4075189" cy="951504"/>
          </a:xfrm>
        </p:spPr>
        <p:txBody>
          <a:bodyPr anchor="b"/>
          <a:lstStyle>
            <a:lvl1pPr marL="0" indent="0">
              <a:buNone/>
              <a:defRPr sz="2528" b="1"/>
            </a:lvl1pPr>
            <a:lvl2pPr marL="481660" indent="0">
              <a:buNone/>
              <a:defRPr sz="2107" b="1"/>
            </a:lvl2pPr>
            <a:lvl3pPr marL="963320" indent="0">
              <a:buNone/>
              <a:defRPr sz="1896" b="1"/>
            </a:lvl3pPr>
            <a:lvl4pPr marL="1444981" indent="0">
              <a:buNone/>
              <a:defRPr sz="1686" b="1"/>
            </a:lvl4pPr>
            <a:lvl5pPr marL="1926641" indent="0">
              <a:buNone/>
              <a:defRPr sz="1686" b="1"/>
            </a:lvl5pPr>
            <a:lvl6pPr marL="2408301" indent="0">
              <a:buNone/>
              <a:defRPr sz="1686" b="1"/>
            </a:lvl6pPr>
            <a:lvl7pPr marL="2889961" indent="0">
              <a:buNone/>
              <a:defRPr sz="1686" b="1"/>
            </a:lvl7pPr>
            <a:lvl8pPr marL="3371621" indent="0">
              <a:buNone/>
              <a:defRPr sz="1686" b="1"/>
            </a:lvl8pPr>
            <a:lvl9pPr marL="3853282" indent="0">
              <a:buNone/>
              <a:defRPr sz="168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521" y="2893014"/>
            <a:ext cx="4075189" cy="42551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6682" y="1941510"/>
            <a:ext cx="4095258" cy="951504"/>
          </a:xfrm>
        </p:spPr>
        <p:txBody>
          <a:bodyPr anchor="b"/>
          <a:lstStyle>
            <a:lvl1pPr marL="0" indent="0">
              <a:buNone/>
              <a:defRPr sz="2528" b="1"/>
            </a:lvl1pPr>
            <a:lvl2pPr marL="481660" indent="0">
              <a:buNone/>
              <a:defRPr sz="2107" b="1"/>
            </a:lvl2pPr>
            <a:lvl3pPr marL="963320" indent="0">
              <a:buNone/>
              <a:defRPr sz="1896" b="1"/>
            </a:lvl3pPr>
            <a:lvl4pPr marL="1444981" indent="0">
              <a:buNone/>
              <a:defRPr sz="1686" b="1"/>
            </a:lvl4pPr>
            <a:lvl5pPr marL="1926641" indent="0">
              <a:buNone/>
              <a:defRPr sz="1686" b="1"/>
            </a:lvl5pPr>
            <a:lvl6pPr marL="2408301" indent="0">
              <a:buNone/>
              <a:defRPr sz="1686" b="1"/>
            </a:lvl6pPr>
            <a:lvl7pPr marL="2889961" indent="0">
              <a:buNone/>
              <a:defRPr sz="1686" b="1"/>
            </a:lvl7pPr>
            <a:lvl8pPr marL="3371621" indent="0">
              <a:buNone/>
              <a:defRPr sz="1686" b="1"/>
            </a:lvl8pPr>
            <a:lvl9pPr marL="3853282" indent="0">
              <a:buNone/>
              <a:defRPr sz="168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6682" y="2893014"/>
            <a:ext cx="4095258" cy="42551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9122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19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743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20" y="528002"/>
            <a:ext cx="3106877" cy="1848009"/>
          </a:xfrm>
        </p:spPr>
        <p:txBody>
          <a:bodyPr anchor="b"/>
          <a:lstStyle>
            <a:lvl1pPr>
              <a:defRPr sz="337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258" y="1140341"/>
            <a:ext cx="4876681" cy="5628360"/>
          </a:xfrm>
        </p:spPr>
        <p:txBody>
          <a:bodyPr/>
          <a:lstStyle>
            <a:lvl1pPr>
              <a:defRPr sz="3371"/>
            </a:lvl1pPr>
            <a:lvl2pPr>
              <a:defRPr sz="2950"/>
            </a:lvl2pPr>
            <a:lvl3pPr>
              <a:defRPr sz="2528"/>
            </a:lvl3pPr>
            <a:lvl4pPr>
              <a:defRPr sz="2107"/>
            </a:lvl4pPr>
            <a:lvl5pPr>
              <a:defRPr sz="2107"/>
            </a:lvl5pPr>
            <a:lvl6pPr>
              <a:defRPr sz="2107"/>
            </a:lvl6pPr>
            <a:lvl7pPr>
              <a:defRPr sz="2107"/>
            </a:lvl7pPr>
            <a:lvl8pPr>
              <a:defRPr sz="2107"/>
            </a:lvl8pPr>
            <a:lvl9pPr>
              <a:defRPr sz="210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3520" y="2376011"/>
            <a:ext cx="3106877" cy="4401855"/>
          </a:xfrm>
        </p:spPr>
        <p:txBody>
          <a:bodyPr/>
          <a:lstStyle>
            <a:lvl1pPr marL="0" indent="0">
              <a:buNone/>
              <a:defRPr sz="1686"/>
            </a:lvl1pPr>
            <a:lvl2pPr marL="481660" indent="0">
              <a:buNone/>
              <a:defRPr sz="1475"/>
            </a:lvl2pPr>
            <a:lvl3pPr marL="963320" indent="0">
              <a:buNone/>
              <a:defRPr sz="1264"/>
            </a:lvl3pPr>
            <a:lvl4pPr marL="1444981" indent="0">
              <a:buNone/>
              <a:defRPr sz="1054"/>
            </a:lvl4pPr>
            <a:lvl5pPr marL="1926641" indent="0">
              <a:buNone/>
              <a:defRPr sz="1054"/>
            </a:lvl5pPr>
            <a:lvl6pPr marL="2408301" indent="0">
              <a:buNone/>
              <a:defRPr sz="1054"/>
            </a:lvl6pPr>
            <a:lvl7pPr marL="2889961" indent="0">
              <a:buNone/>
              <a:defRPr sz="1054"/>
            </a:lvl7pPr>
            <a:lvl8pPr marL="3371621" indent="0">
              <a:buNone/>
              <a:defRPr sz="1054"/>
            </a:lvl8pPr>
            <a:lvl9pPr marL="3853282" indent="0">
              <a:buNone/>
              <a:defRPr sz="10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21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20" y="528002"/>
            <a:ext cx="3106877" cy="1848009"/>
          </a:xfrm>
        </p:spPr>
        <p:txBody>
          <a:bodyPr anchor="b"/>
          <a:lstStyle>
            <a:lvl1pPr>
              <a:defRPr sz="337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95258" y="1140341"/>
            <a:ext cx="4876681" cy="5628360"/>
          </a:xfrm>
        </p:spPr>
        <p:txBody>
          <a:bodyPr anchor="t"/>
          <a:lstStyle>
            <a:lvl1pPr marL="0" indent="0">
              <a:buNone/>
              <a:defRPr sz="3371"/>
            </a:lvl1pPr>
            <a:lvl2pPr marL="481660" indent="0">
              <a:buNone/>
              <a:defRPr sz="2950"/>
            </a:lvl2pPr>
            <a:lvl3pPr marL="963320" indent="0">
              <a:buNone/>
              <a:defRPr sz="2528"/>
            </a:lvl3pPr>
            <a:lvl4pPr marL="1444981" indent="0">
              <a:buNone/>
              <a:defRPr sz="2107"/>
            </a:lvl4pPr>
            <a:lvl5pPr marL="1926641" indent="0">
              <a:buNone/>
              <a:defRPr sz="2107"/>
            </a:lvl5pPr>
            <a:lvl6pPr marL="2408301" indent="0">
              <a:buNone/>
              <a:defRPr sz="2107"/>
            </a:lvl6pPr>
            <a:lvl7pPr marL="2889961" indent="0">
              <a:buNone/>
              <a:defRPr sz="2107"/>
            </a:lvl7pPr>
            <a:lvl8pPr marL="3371621" indent="0">
              <a:buNone/>
              <a:defRPr sz="2107"/>
            </a:lvl8pPr>
            <a:lvl9pPr marL="3853282" indent="0">
              <a:buNone/>
              <a:defRPr sz="210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3520" y="2376011"/>
            <a:ext cx="3106877" cy="4401855"/>
          </a:xfrm>
        </p:spPr>
        <p:txBody>
          <a:bodyPr/>
          <a:lstStyle>
            <a:lvl1pPr marL="0" indent="0">
              <a:buNone/>
              <a:defRPr sz="1686"/>
            </a:lvl1pPr>
            <a:lvl2pPr marL="481660" indent="0">
              <a:buNone/>
              <a:defRPr sz="1475"/>
            </a:lvl2pPr>
            <a:lvl3pPr marL="963320" indent="0">
              <a:buNone/>
              <a:defRPr sz="1264"/>
            </a:lvl3pPr>
            <a:lvl4pPr marL="1444981" indent="0">
              <a:buNone/>
              <a:defRPr sz="1054"/>
            </a:lvl4pPr>
            <a:lvl5pPr marL="1926641" indent="0">
              <a:buNone/>
              <a:defRPr sz="1054"/>
            </a:lvl5pPr>
            <a:lvl6pPr marL="2408301" indent="0">
              <a:buNone/>
              <a:defRPr sz="1054"/>
            </a:lvl6pPr>
            <a:lvl7pPr marL="2889961" indent="0">
              <a:buNone/>
              <a:defRPr sz="1054"/>
            </a:lvl7pPr>
            <a:lvl8pPr marL="3371621" indent="0">
              <a:buNone/>
              <a:defRPr sz="1054"/>
            </a:lvl8pPr>
            <a:lvl9pPr marL="3853282" indent="0">
              <a:buNone/>
              <a:defRPr sz="10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7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70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3580" y="421669"/>
            <a:ext cx="2077105" cy="671186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2266" y="421669"/>
            <a:ext cx="6110903" cy="671186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48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266" y="421671"/>
            <a:ext cx="8308419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2266" y="2108344"/>
            <a:ext cx="8308419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265" y="7340703"/>
            <a:ext cx="216741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D62BD5-22F9-4E4F-98BE-9C924CE15437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90915" y="7340703"/>
            <a:ext cx="3251121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03271" y="7340703"/>
            <a:ext cx="216741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613C5-FE8A-43B8-B602-30131350F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31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63320" rtl="0" eaLnBrk="1" latinLnBrk="0" hangingPunct="1">
        <a:lnSpc>
          <a:spcPct val="90000"/>
        </a:lnSpc>
        <a:spcBef>
          <a:spcPct val="0"/>
        </a:spcBef>
        <a:buNone/>
        <a:defRPr kumimoji="1" sz="46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830" indent="-240830" algn="l" defTabSz="963320" rtl="0" eaLnBrk="1" latinLnBrk="0" hangingPunct="1">
        <a:lnSpc>
          <a:spcPct val="90000"/>
        </a:lnSpc>
        <a:spcBef>
          <a:spcPts val="1054"/>
        </a:spcBef>
        <a:buFont typeface="Arial" panose="020B0604020202020204" pitchFamily="34" charset="0"/>
        <a:buChar char="•"/>
        <a:defRPr kumimoji="1" sz="2950" kern="1200">
          <a:solidFill>
            <a:schemeClr val="tx1"/>
          </a:solidFill>
          <a:latin typeface="+mn-lt"/>
          <a:ea typeface="+mn-ea"/>
          <a:cs typeface="+mn-cs"/>
        </a:defRPr>
      </a:lvl1pPr>
      <a:lvl2pPr marL="722490" indent="-240830" algn="l" defTabSz="963320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kumimoji="1" sz="2528" kern="1200">
          <a:solidFill>
            <a:schemeClr val="tx1"/>
          </a:solidFill>
          <a:latin typeface="+mn-lt"/>
          <a:ea typeface="+mn-ea"/>
          <a:cs typeface="+mn-cs"/>
        </a:defRPr>
      </a:lvl2pPr>
      <a:lvl3pPr marL="1204151" indent="-240830" algn="l" defTabSz="963320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kumimoji="1" sz="2107" kern="1200">
          <a:solidFill>
            <a:schemeClr val="tx1"/>
          </a:solidFill>
          <a:latin typeface="+mn-lt"/>
          <a:ea typeface="+mn-ea"/>
          <a:cs typeface="+mn-cs"/>
        </a:defRPr>
      </a:lvl3pPr>
      <a:lvl4pPr marL="1685811" indent="-240830" algn="l" defTabSz="963320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4pPr>
      <a:lvl5pPr marL="2167471" indent="-240830" algn="l" defTabSz="963320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5pPr>
      <a:lvl6pPr marL="2649131" indent="-240830" algn="l" defTabSz="963320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6pPr>
      <a:lvl7pPr marL="3130791" indent="-240830" algn="l" defTabSz="963320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7pPr>
      <a:lvl8pPr marL="3612452" indent="-240830" algn="l" defTabSz="963320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8pPr>
      <a:lvl9pPr marL="4094112" indent="-240830" algn="l" defTabSz="963320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1pPr>
      <a:lvl2pPr marL="481660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2pPr>
      <a:lvl3pPr marL="963320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3pPr>
      <a:lvl4pPr marL="1444981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4pPr>
      <a:lvl5pPr marL="1926641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5pPr>
      <a:lvl6pPr marL="2408301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6pPr>
      <a:lvl7pPr marL="2889961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7pPr>
      <a:lvl8pPr marL="3371621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8pPr>
      <a:lvl9pPr marL="3853282" algn="l" defTabSz="963320" rtl="0" eaLnBrk="1" latinLnBrk="0" hangingPunct="1">
        <a:defRPr kumimoji="1" sz="18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A5059B60-461B-64B9-A4B5-8586EF660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6" t="725" r="723" b="523"/>
          <a:stretch>
            <a:fillRect/>
          </a:stretch>
        </p:blipFill>
        <p:spPr>
          <a:xfrm rot="5400000">
            <a:off x="3323818" y="992050"/>
            <a:ext cx="6577153" cy="535053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6A072D-81A7-DBC1-4404-D2FC30F32CC6}"/>
              </a:ext>
            </a:extLst>
          </p:cNvPr>
          <p:cNvSpPr txBox="1"/>
          <p:nvPr/>
        </p:nvSpPr>
        <p:spPr>
          <a:xfrm>
            <a:off x="3859350" y="681635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+mn-ea"/>
              </a:rPr>
              <a:t>0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5B105A-890D-88B1-2E3E-0C61B196CBFC}"/>
              </a:ext>
            </a:extLst>
          </p:cNvPr>
          <p:cNvSpPr txBox="1"/>
          <p:nvPr/>
        </p:nvSpPr>
        <p:spPr>
          <a:xfrm>
            <a:off x="8533667" y="6816357"/>
            <a:ext cx="318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9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CBBFAC-A7F1-5BED-D6E8-6EF2F311A478}"/>
              </a:ext>
            </a:extLst>
          </p:cNvPr>
          <p:cNvSpPr txBox="1"/>
          <p:nvPr/>
        </p:nvSpPr>
        <p:spPr>
          <a:xfrm>
            <a:off x="8008463" y="6816357"/>
            <a:ext cx="318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8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F274425-11DE-16D0-0D34-8401391A77C3}"/>
              </a:ext>
            </a:extLst>
          </p:cNvPr>
          <p:cNvSpPr txBox="1"/>
          <p:nvPr/>
        </p:nvSpPr>
        <p:spPr>
          <a:xfrm>
            <a:off x="7491726" y="6816357"/>
            <a:ext cx="318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7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A2C3FE-BD5A-148B-7DC1-432FE390189A}"/>
              </a:ext>
            </a:extLst>
          </p:cNvPr>
          <p:cNvSpPr txBox="1"/>
          <p:nvPr/>
        </p:nvSpPr>
        <p:spPr>
          <a:xfrm>
            <a:off x="6982873" y="6816357"/>
            <a:ext cx="318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6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F185D5-6F8A-D183-93E4-C610549B54BB}"/>
              </a:ext>
            </a:extLst>
          </p:cNvPr>
          <p:cNvSpPr txBox="1"/>
          <p:nvPr/>
        </p:nvSpPr>
        <p:spPr>
          <a:xfrm>
            <a:off x="6471562" y="6816357"/>
            <a:ext cx="281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5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02136F3-7966-307C-DA96-3C44FFDA675D}"/>
              </a:ext>
            </a:extLst>
          </p:cNvPr>
          <p:cNvSpPr txBox="1"/>
          <p:nvPr/>
        </p:nvSpPr>
        <p:spPr>
          <a:xfrm>
            <a:off x="5939631" y="6816357"/>
            <a:ext cx="315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4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C1DAD29-CABB-0809-136C-F68171E51321}"/>
              </a:ext>
            </a:extLst>
          </p:cNvPr>
          <p:cNvSpPr txBox="1"/>
          <p:nvPr/>
        </p:nvSpPr>
        <p:spPr>
          <a:xfrm>
            <a:off x="5416167" y="6816357"/>
            <a:ext cx="315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3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D28FA05-A391-BF89-33E0-E1BF84733B7E}"/>
              </a:ext>
            </a:extLst>
          </p:cNvPr>
          <p:cNvSpPr txBox="1"/>
          <p:nvPr/>
        </p:nvSpPr>
        <p:spPr>
          <a:xfrm>
            <a:off x="4904236" y="6816357"/>
            <a:ext cx="315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2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72267C1-92BE-AC17-DAE6-DE784B779BF5}"/>
              </a:ext>
            </a:extLst>
          </p:cNvPr>
          <p:cNvSpPr txBox="1"/>
          <p:nvPr/>
        </p:nvSpPr>
        <p:spPr>
          <a:xfrm>
            <a:off x="4382451" y="6816357"/>
            <a:ext cx="315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1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45B3857-C2E2-08FB-B5BE-1B65A24DC106}"/>
              </a:ext>
            </a:extLst>
          </p:cNvPr>
          <p:cNvSpPr txBox="1"/>
          <p:nvPr/>
        </p:nvSpPr>
        <p:spPr>
          <a:xfrm>
            <a:off x="8966942" y="6816357"/>
            <a:ext cx="48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latin typeface="+mn-ea"/>
              </a:rPr>
              <a:t>10</a:t>
            </a:r>
            <a:endParaRPr kumimoji="1" lang="ja-JP" altLang="en-US" b="1" dirty="0">
              <a:latin typeface="+mn-ea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CD25899-A90F-22BB-579A-4AA344FCAD8A}"/>
              </a:ext>
            </a:extLst>
          </p:cNvPr>
          <p:cNvSpPr txBox="1"/>
          <p:nvPr/>
        </p:nvSpPr>
        <p:spPr>
          <a:xfrm>
            <a:off x="3394303" y="7058471"/>
            <a:ext cx="1266304" cy="283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游ゴシック" panose="020B0400000000000000" pitchFamily="50" charset="-128"/>
              </a:rPr>
              <a:t>あてはまらない</a:t>
            </a:r>
            <a:endParaRPr lang="ja-JP" altLang="en-US" sz="1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DE403E2-F873-30E7-7122-F334ADB3F4AC}"/>
              </a:ext>
            </a:extLst>
          </p:cNvPr>
          <p:cNvSpPr txBox="1"/>
          <p:nvPr/>
        </p:nvSpPr>
        <p:spPr>
          <a:xfrm>
            <a:off x="8713940" y="7058471"/>
            <a:ext cx="1266304" cy="283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游ゴシック" panose="020B0400000000000000" pitchFamily="50" charset="-128"/>
              </a:rPr>
              <a:t>あてはまる</a:t>
            </a:r>
            <a:endParaRPr lang="ja-JP" altLang="en-US" sz="1200" dirty="0"/>
          </a:p>
        </p:txBody>
      </p:sp>
      <p:sp>
        <p:nvSpPr>
          <p:cNvPr id="19" name="テキスト ボックス 1">
            <a:extLst>
              <a:ext uri="{FF2B5EF4-FFF2-40B4-BE49-F238E27FC236}">
                <a16:creationId xmlns:a16="http://schemas.microsoft.com/office/drawing/2014/main" id="{0EB93E53-D492-1835-948C-F905C325FF00}"/>
              </a:ext>
            </a:extLst>
          </p:cNvPr>
          <p:cNvSpPr txBox="1"/>
          <p:nvPr/>
        </p:nvSpPr>
        <p:spPr>
          <a:xfrm>
            <a:off x="1" y="404145"/>
            <a:ext cx="599153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は人間らしい振る舞いをする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Q2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は生き物のように反応する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Q3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は利用しやすい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Q4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は作業をうまく行う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Q5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は好感が持てる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Q6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は社会に馴染むことができる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Q7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には独自の個性がある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Q8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将来またこの </a:t>
            </a:r>
            <a:r>
              <a:rPr kumimoji="1" lang="en-US" altLang="ja-JP" sz="1400" b="1" dirty="0">
                <a:latin typeface="游ゴシック" panose="020B0400000000000000" pitchFamily="50" charset="-128"/>
              </a:rPr>
              <a:t>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を利用したいと思う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Q9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の言動は見ていて楽しい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Q10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とのやりとりは注意を引く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Q11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は信頼できる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Q12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と協力して作業を行うことができる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Q13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は気を配っている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Q14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の言動は合理的である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Q15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の言動には意図がある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Q16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とのやりとりを好意的に受け止めている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Q17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は社会的な存在感がある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Q18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多くの人はこの </a:t>
            </a:r>
            <a:r>
              <a:rPr kumimoji="1" lang="en-US" altLang="ja-JP" sz="1400" b="1" dirty="0">
                <a:latin typeface="游ゴシック" panose="020B0400000000000000" pitchFamily="50" charset="-128"/>
              </a:rPr>
              <a:t>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を使うことを勧めると思う</a:t>
            </a:r>
            <a:endParaRPr kumimoji="1" lang="en-US" altLang="ja-JP" sz="1400" b="1" dirty="0">
              <a:latin typeface="游ゴシック" panose="020B0400000000000000" pitchFamily="50" charset="-128"/>
            </a:endParaRPr>
          </a:p>
          <a:p>
            <a:pPr fontAlgn="t">
              <a:lnSpc>
                <a:spcPct val="150000"/>
              </a:lnSpc>
              <a:spcAft>
                <a:spcPts val="100"/>
              </a:spcAft>
            </a:pPr>
            <a:r>
              <a:rPr kumimoji="1" lang="en-US" altLang="ja-JP" sz="1400" b="1" dirty="0">
                <a:latin typeface="游ゴシック" panose="020B0400000000000000" pitchFamily="50" charset="-128"/>
              </a:rPr>
              <a:t>Q19 AI </a:t>
            </a:r>
            <a:r>
              <a:rPr kumimoji="1" lang="ja-JP" altLang="en-US" sz="1400" b="1" dirty="0">
                <a:latin typeface="游ゴシック" panose="020B0400000000000000" pitchFamily="50" charset="-128"/>
              </a:rPr>
              <a:t>には感情がある</a:t>
            </a:r>
            <a:endParaRPr kumimoji="1" lang="ja-JP" altLang="en-US" sz="14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E316DD55-FFC4-C134-9B6A-C84335A6685F}"/>
              </a:ext>
            </a:extLst>
          </p:cNvPr>
          <p:cNvSpPr/>
          <p:nvPr/>
        </p:nvSpPr>
        <p:spPr>
          <a:xfrm>
            <a:off x="6408875" y="7515893"/>
            <a:ext cx="204647" cy="2116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057FE179-4BB8-2B48-B885-9F7D8300D9E1}"/>
              </a:ext>
            </a:extLst>
          </p:cNvPr>
          <p:cNvSpPr/>
          <p:nvPr/>
        </p:nvSpPr>
        <p:spPr>
          <a:xfrm>
            <a:off x="7912889" y="7515892"/>
            <a:ext cx="204647" cy="2116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8F892EB-BACD-C23A-BD71-E4086681D9D4}"/>
              </a:ext>
            </a:extLst>
          </p:cNvPr>
          <p:cNvSpPr/>
          <p:nvPr/>
        </p:nvSpPr>
        <p:spPr>
          <a:xfrm>
            <a:off x="4866761" y="7515892"/>
            <a:ext cx="204647" cy="2116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3208803-9958-66EE-943B-6B30274D5E59}"/>
              </a:ext>
            </a:extLst>
          </p:cNvPr>
          <p:cNvSpPr/>
          <p:nvPr/>
        </p:nvSpPr>
        <p:spPr>
          <a:xfrm>
            <a:off x="3306284" y="7515891"/>
            <a:ext cx="204647" cy="2116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6A81AE9-CB30-E8BA-0E5D-7C3E190107BA}"/>
              </a:ext>
            </a:extLst>
          </p:cNvPr>
          <p:cNvSpPr txBox="1"/>
          <p:nvPr/>
        </p:nvSpPr>
        <p:spPr>
          <a:xfrm>
            <a:off x="3450494" y="7495917"/>
            <a:ext cx="1447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游ゴシック" panose="020B0400000000000000" pitchFamily="50" charset="-128"/>
              </a:rPr>
              <a:t>固定・名乗りあり</a:t>
            </a:r>
            <a:endParaRPr lang="ja-JP" altLang="en-US" sz="12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51621BA-021E-61F3-4F1F-20085081DD61}"/>
              </a:ext>
            </a:extLst>
          </p:cNvPr>
          <p:cNvSpPr txBox="1"/>
          <p:nvPr/>
        </p:nvSpPr>
        <p:spPr>
          <a:xfrm>
            <a:off x="5011507" y="7495917"/>
            <a:ext cx="1414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游ゴシック" panose="020B0400000000000000" pitchFamily="50" charset="-128"/>
              </a:rPr>
              <a:t>固定・名乗りなし</a:t>
            </a:r>
            <a:endParaRPr lang="ja-JP" altLang="en-US" sz="12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FE80A42-ABFF-FEBC-993F-08BC1F5D94FF}"/>
              </a:ext>
            </a:extLst>
          </p:cNvPr>
          <p:cNvSpPr txBox="1"/>
          <p:nvPr/>
        </p:nvSpPr>
        <p:spPr>
          <a:xfrm>
            <a:off x="6539428" y="7495917"/>
            <a:ext cx="1414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游ゴシック" panose="020B0400000000000000" pitchFamily="50" charset="-128"/>
              </a:rPr>
              <a:t>切替・名乗りあり</a:t>
            </a:r>
            <a:endParaRPr lang="ja-JP" altLang="en-US" sz="12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63BE2B9-FDE6-BDC3-7E1A-DFF4469E095E}"/>
              </a:ext>
            </a:extLst>
          </p:cNvPr>
          <p:cNvSpPr txBox="1"/>
          <p:nvPr/>
        </p:nvSpPr>
        <p:spPr>
          <a:xfrm>
            <a:off x="8066930" y="7497634"/>
            <a:ext cx="1414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游ゴシック" panose="020B0400000000000000" pitchFamily="50" charset="-128"/>
              </a:rPr>
              <a:t>切替・名乗りなし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8764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24573</TotalTime>
  <Words>185</Words>
  <Application>Microsoft Office PowerPoint</Application>
  <PresentationFormat>ユーザー設定</PresentationFormat>
  <Paragraphs>36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西澤　奏都</dc:creator>
  <cp:lastModifiedBy>西澤　奏都</cp:lastModifiedBy>
  <cp:revision>1</cp:revision>
  <dcterms:created xsi:type="dcterms:W3CDTF">2026-02-10T04:49:44Z</dcterms:created>
  <dcterms:modified xsi:type="dcterms:W3CDTF">2026-02-27T06:23:23Z</dcterms:modified>
</cp:coreProperties>
</file>