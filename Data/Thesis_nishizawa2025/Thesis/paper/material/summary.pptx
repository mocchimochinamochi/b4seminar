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B5EC6-5954-EA4B-DCC7-73111CBD0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05F0B4-61D7-6EF7-B779-23227CDB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158227-5CFA-CAB5-23F8-475661FB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A6EE85-E5C9-DA69-CEF2-FF4A97B0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C7B3EC-CCE5-AE92-4B14-CAE62191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0477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FCD63-1802-7E6B-54F3-39F3FB8B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12448F-617D-FCC1-B36E-7A7B56E7B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D7664D-E627-83CF-595E-DC91998E7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308D0D-BE39-11E8-8F0A-97D08368F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AE80B0-4595-5A23-654A-91649128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02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5CAE3-8AFA-DB9C-2945-2DC92C2E5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A0F4BC-4F7B-6664-2CBB-1FBB181A5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8745D4-8D07-7DC7-8CE6-F8A773E91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0A4483-A223-2A12-B159-64F8B35D0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C3B7AB-F2D1-6D16-CA53-177A6CF4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55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38986-D820-2FDA-7FCD-BC1995DF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26BA7B6-07FA-8D49-82A8-C8C377C8E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74A18D-0FFC-C93C-D177-BB0F5F27F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8264A1-8A4E-07AD-5685-CFB6458F8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7A54FE-7308-1555-34D9-C1AF77A0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4B59EB-36E0-0604-601E-74B0EA35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99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AA51DA-8173-6729-4B15-FA4A77F5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4EB3B1F-FC77-566E-E456-4B0019241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25513F1-3EEC-CF17-831E-4021E14A5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95AF2A4-CB0C-9025-0E13-EE01DBA6AB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665141-4654-2C76-756F-11B46291F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69D1464-11B2-1C34-89EB-D1E63844B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870299-756F-016B-7C2D-F8435E31F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4FB786C-0A57-8C63-1D4B-3EC3537A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4970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F6498-0395-2AA3-71F6-69B7635C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0557A9-3015-2163-02FD-D255065A9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AB0F09-5544-C066-AB14-4E055ED8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2418BD-8981-E43B-229B-E94E4353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478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A7CAD82-C774-73FA-04A1-2FF82DB7B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D35D4D1-B985-FB5C-1590-2D0AC70E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3FC96E-FFB8-3D9E-61B4-8351A038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716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4BBE7-CD2C-6948-AE67-9A8007D08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09DE42-0025-10E7-4416-FC6944283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3D78DF-D0A4-9B28-8EDA-D8E49C4A6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13601EB-AB2F-5579-157B-B75F89D42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C99826-3A2E-1F97-EBC2-848B74C4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A58620-4270-F003-E216-D1CB5177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76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EAE136-E570-C7B8-B6D1-AD365392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A0EB7A-C172-0685-0316-E1FA60E0D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E0D640-8DAE-504C-964A-8D4C5941B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9187C7-AD6E-B954-C6CB-9BFFE1EE2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B4EA9E-343A-DA88-3C39-2BDD121E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6002A27-A703-77E9-D59C-2F286E91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96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A2EF5D-53B7-6200-07D1-C417199E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E98428-9D09-98D5-DD2B-A73F2EC24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CC71B5-7BAC-C792-FE9E-98294DF0E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C63A8B-1591-D1C2-8BCD-587CC174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3C653F-8FC5-7FA6-B3FF-C4B6A104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036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4877CD-3834-7A67-8883-AA411B3BE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3828E6-2AC9-BD63-D22F-4AF9D0611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207D45-5BAC-7746-0C62-899E328C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FA554A-87CD-36D3-660A-D2FD0F6E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0EDC04-AD73-E9BD-9087-DC265E5F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843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49C4A9-AB70-FDC4-7B96-13CBAA91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219AA5-6371-AE85-F2D9-220D0B93F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5E6C10-965D-9CC4-2062-DE2E5CDAD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E8062-9BFE-4B27-BB6B-448CCDAB4F22}" type="datetimeFigureOut">
              <a:rPr kumimoji="1" lang="ja-JP" altLang="en-US" smtClean="0"/>
              <a:t>2026/2/27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4791DA-6ED5-D088-30C0-9A00B1EEC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FE974E-3955-DA68-8704-AE285444D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5A9F9-1353-4E26-B2ED-AD8D1F1EED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65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33549-DA75-49DE-001E-24C0A6BED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319B9E6-2691-B5DB-6D26-618EDDF4DC5F}"/>
              </a:ext>
            </a:extLst>
          </p:cNvPr>
          <p:cNvSpPr>
            <a:spLocks/>
          </p:cNvSpPr>
          <p:nvPr/>
        </p:nvSpPr>
        <p:spPr>
          <a:xfrm>
            <a:off x="829079" y="1777631"/>
            <a:ext cx="4389126" cy="34814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558" dirty="0"/>
          </a:p>
        </p:txBody>
      </p:sp>
      <p:pic>
        <p:nvPicPr>
          <p:cNvPr id="5" name="コンテンツ プレースホルダー 4" descr="ユーザー 単色塗りつぶし">
            <a:extLst>
              <a:ext uri="{FF2B5EF4-FFF2-40B4-BE49-F238E27FC236}">
                <a16:creationId xmlns:a16="http://schemas.microsoft.com/office/drawing/2014/main" id="{3C0A67F7-2E43-62EA-E4CA-9A49EBFA9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033" y="2364001"/>
            <a:ext cx="1673544" cy="1673544"/>
          </a:xfr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277F5D2-0A25-0F6B-CF48-0F6333CADB03}"/>
              </a:ext>
            </a:extLst>
          </p:cNvPr>
          <p:cNvSpPr txBox="1"/>
          <p:nvPr/>
        </p:nvSpPr>
        <p:spPr>
          <a:xfrm>
            <a:off x="977557" y="3825605"/>
            <a:ext cx="1151787" cy="43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23" b="1" dirty="0">
                <a:latin typeface="+mn-ea"/>
                <a:cs typeface="Times New Roman" panose="02020603050405020304" pitchFamily="18" charset="0"/>
              </a:rPr>
              <a:t>ユーザ</a:t>
            </a:r>
            <a:endParaRPr lang="ja-JP" altLang="en-US" sz="2223" b="1" dirty="0">
              <a:latin typeface="+mn-ea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6923222-3308-97B5-11D4-78AD4BAA6E77}"/>
              </a:ext>
            </a:extLst>
          </p:cNvPr>
          <p:cNvSpPr txBox="1"/>
          <p:nvPr/>
        </p:nvSpPr>
        <p:spPr>
          <a:xfrm>
            <a:off x="3828460" y="3785563"/>
            <a:ext cx="1185250" cy="43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23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人格</a:t>
            </a:r>
            <a:r>
              <a:rPr lang="en-US" altLang="ja-JP" sz="2223" b="1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A</a:t>
            </a:r>
            <a:endParaRPr lang="ja-JP" altLang="en-US" sz="2223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6D37C18C-AFDF-FBA5-5B5F-ACD33DBE2F33}"/>
              </a:ext>
            </a:extLst>
          </p:cNvPr>
          <p:cNvSpPr txBox="1"/>
          <p:nvPr/>
        </p:nvSpPr>
        <p:spPr>
          <a:xfrm>
            <a:off x="1589459" y="4372288"/>
            <a:ext cx="2954404" cy="48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540" b="1" dirty="0">
                <a:latin typeface="+mn-ea"/>
                <a:cs typeface="Times New Roman" panose="02020603050405020304" pitchFamily="18" charset="0"/>
              </a:rPr>
              <a:t>対話に行き詰まる</a:t>
            </a:r>
            <a:endParaRPr lang="ja-JP" altLang="en-US" sz="2540" b="1" dirty="0">
              <a:latin typeface="+mn-ea"/>
            </a:endParaRPr>
          </a:p>
        </p:txBody>
      </p:sp>
      <p:pic>
        <p:nvPicPr>
          <p:cNvPr id="35" name="グラフィックス 34" descr="困った顔 (塗りつぶしなし) 単色塗りつぶし">
            <a:extLst>
              <a:ext uri="{FF2B5EF4-FFF2-40B4-BE49-F238E27FC236}">
                <a16:creationId xmlns:a16="http://schemas.microsoft.com/office/drawing/2014/main" id="{593E3A89-89F4-782F-9DCA-F5BF6DC11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156" y="2462345"/>
            <a:ext cx="801813" cy="801813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CBA8392-825A-16AA-BC3A-60D757C855E5}"/>
              </a:ext>
            </a:extLst>
          </p:cNvPr>
          <p:cNvSpPr txBox="1"/>
          <p:nvPr/>
        </p:nvSpPr>
        <p:spPr>
          <a:xfrm>
            <a:off x="1878883" y="1177579"/>
            <a:ext cx="2375555" cy="53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58" b="1" dirty="0">
                <a:latin typeface="+mn-ea"/>
                <a:cs typeface="Times New Roman" panose="02020603050405020304" pitchFamily="18" charset="0"/>
              </a:rPr>
              <a:t>セッション</a:t>
            </a:r>
            <a:r>
              <a:rPr lang="en-US" altLang="ja-JP" sz="2858" b="1" dirty="0">
                <a:latin typeface="+mn-ea"/>
                <a:cs typeface="Times New Roman" panose="02020603050405020304" pitchFamily="18" charset="0"/>
              </a:rPr>
              <a:t>1</a:t>
            </a:r>
            <a:endParaRPr lang="ja-JP" altLang="en-US" sz="2858" b="1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D73D988-A038-964B-0177-1C44F3CF5106}"/>
              </a:ext>
            </a:extLst>
          </p:cNvPr>
          <p:cNvSpPr txBox="1"/>
          <p:nvPr/>
        </p:nvSpPr>
        <p:spPr>
          <a:xfrm>
            <a:off x="1732601" y="1888436"/>
            <a:ext cx="2582082" cy="53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58" b="1" dirty="0">
                <a:latin typeface="+mn-ea"/>
                <a:cs typeface="Times New Roman" panose="02020603050405020304" pitchFamily="18" charset="0"/>
              </a:rPr>
              <a:t>LLM</a:t>
            </a:r>
            <a:r>
              <a:rPr lang="ja-JP" altLang="en-US" sz="2858" b="1" dirty="0">
                <a:latin typeface="+mn-ea"/>
                <a:cs typeface="Times New Roman" panose="02020603050405020304" pitchFamily="18" charset="0"/>
              </a:rPr>
              <a:t>に不信感</a:t>
            </a:r>
            <a:endParaRPr lang="en-US" altLang="ja-JP" sz="2858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C8A8AC3-E10E-C28E-B02D-12273EE25D01}"/>
              </a:ext>
            </a:extLst>
          </p:cNvPr>
          <p:cNvSpPr>
            <a:spLocks/>
          </p:cNvSpPr>
          <p:nvPr/>
        </p:nvSpPr>
        <p:spPr>
          <a:xfrm>
            <a:off x="7104095" y="1777631"/>
            <a:ext cx="4389126" cy="348148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ja-JP" altLang="en-US" sz="1558" dirty="0"/>
          </a:p>
        </p:txBody>
      </p:sp>
      <p:pic>
        <p:nvPicPr>
          <p:cNvPr id="4" name="コンテンツ プレースホルダー 4" descr="ユーザー 単色塗りつぶし">
            <a:extLst>
              <a:ext uri="{FF2B5EF4-FFF2-40B4-BE49-F238E27FC236}">
                <a16:creationId xmlns:a16="http://schemas.microsoft.com/office/drawing/2014/main" id="{FC87D59C-D321-6A8C-7298-2F9379EBA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049" y="2364001"/>
            <a:ext cx="1673544" cy="1673544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C93C5AC-4239-95ED-9AE8-377A3FF84D6D}"/>
              </a:ext>
            </a:extLst>
          </p:cNvPr>
          <p:cNvSpPr txBox="1"/>
          <p:nvPr/>
        </p:nvSpPr>
        <p:spPr>
          <a:xfrm>
            <a:off x="7252574" y="3825605"/>
            <a:ext cx="1151787" cy="43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23" b="1" dirty="0">
                <a:latin typeface="+mn-ea"/>
                <a:cs typeface="Times New Roman" panose="02020603050405020304" pitchFamily="18" charset="0"/>
              </a:rPr>
              <a:t>ユーザ</a:t>
            </a:r>
            <a:endParaRPr lang="ja-JP" altLang="en-US" sz="2223" b="1" dirty="0">
              <a:latin typeface="+mn-ea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77114A9-AEBE-42EC-F88B-6D95A017C0AE}"/>
              </a:ext>
            </a:extLst>
          </p:cNvPr>
          <p:cNvSpPr txBox="1"/>
          <p:nvPr/>
        </p:nvSpPr>
        <p:spPr>
          <a:xfrm>
            <a:off x="10103476" y="3785563"/>
            <a:ext cx="1185250" cy="43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223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人格</a:t>
            </a:r>
            <a:r>
              <a:rPr lang="en-US" altLang="ja-JP" sz="2223" b="1" dirty="0">
                <a:solidFill>
                  <a:schemeClr val="accent1"/>
                </a:solidFill>
                <a:latin typeface="+mn-ea"/>
                <a:cs typeface="Times New Roman" panose="02020603050405020304" pitchFamily="18" charset="0"/>
              </a:rPr>
              <a:t>B</a:t>
            </a:r>
            <a:endParaRPr lang="ja-JP" altLang="en-US" sz="2223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0496291-84C6-6041-CC49-413B9D26CAA2}"/>
              </a:ext>
            </a:extLst>
          </p:cNvPr>
          <p:cNvSpPr txBox="1"/>
          <p:nvPr/>
        </p:nvSpPr>
        <p:spPr>
          <a:xfrm>
            <a:off x="7864475" y="4372288"/>
            <a:ext cx="2954404" cy="48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2540" b="1" dirty="0">
                <a:latin typeface="+mn-ea"/>
                <a:cs typeface="Times New Roman" panose="02020603050405020304" pitchFamily="18" charset="0"/>
              </a:rPr>
              <a:t>対話の再スタート</a:t>
            </a:r>
            <a:endParaRPr lang="ja-JP" altLang="en-US" sz="2540" b="1" dirty="0">
              <a:latin typeface="+mn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4631E6E-A773-8CAB-06C2-33D797DF9ED5}"/>
              </a:ext>
            </a:extLst>
          </p:cNvPr>
          <p:cNvSpPr txBox="1"/>
          <p:nvPr/>
        </p:nvSpPr>
        <p:spPr>
          <a:xfrm>
            <a:off x="8153900" y="1177579"/>
            <a:ext cx="2375555" cy="53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58" b="1" dirty="0">
                <a:latin typeface="+mn-ea"/>
                <a:cs typeface="Times New Roman" panose="02020603050405020304" pitchFamily="18" charset="0"/>
              </a:rPr>
              <a:t>セッション</a:t>
            </a:r>
            <a:r>
              <a:rPr lang="en-US" altLang="ja-JP" sz="2858" b="1" dirty="0">
                <a:latin typeface="+mn-ea"/>
                <a:cs typeface="Times New Roman" panose="02020603050405020304" pitchFamily="18" charset="0"/>
              </a:rPr>
              <a:t>2</a:t>
            </a:r>
            <a:endParaRPr lang="ja-JP" altLang="en-US" sz="2858" b="1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8D4CE7D-957A-F8BF-7994-25C85424BCF7}"/>
              </a:ext>
            </a:extLst>
          </p:cNvPr>
          <p:cNvSpPr txBox="1"/>
          <p:nvPr/>
        </p:nvSpPr>
        <p:spPr>
          <a:xfrm>
            <a:off x="7819822" y="1951359"/>
            <a:ext cx="3281109" cy="532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58" b="1" dirty="0">
                <a:latin typeface="+mn-ea"/>
                <a:cs typeface="Times New Roman" panose="02020603050405020304" pitchFamily="18" charset="0"/>
              </a:rPr>
              <a:t>不信感のリセット</a:t>
            </a:r>
            <a:endParaRPr lang="en-US" altLang="ja-JP" sz="2858" b="1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A94F88B4-DB9A-4872-9D14-ED44D43AE889}"/>
              </a:ext>
            </a:extLst>
          </p:cNvPr>
          <p:cNvSpPr txBox="1"/>
          <p:nvPr/>
        </p:nvSpPr>
        <p:spPr>
          <a:xfrm>
            <a:off x="5058637" y="1490271"/>
            <a:ext cx="2582082" cy="678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905" b="1" dirty="0">
                <a:latin typeface="+mn-ea"/>
                <a:cs typeface="Times New Roman" panose="02020603050405020304" pitchFamily="18" charset="0"/>
              </a:rPr>
              <a:t>セッションリセット，</a:t>
            </a:r>
            <a:endParaRPr lang="en-US" altLang="ja-JP" sz="1905" b="1" dirty="0">
              <a:latin typeface="+mn-ea"/>
              <a:cs typeface="Times New Roman" panose="02020603050405020304" pitchFamily="18" charset="0"/>
            </a:endParaRPr>
          </a:p>
          <a:p>
            <a:r>
              <a:rPr lang="ja-JP" altLang="en-US" sz="1905" b="1" dirty="0">
                <a:latin typeface="+mn-ea"/>
                <a:cs typeface="Times New Roman" panose="02020603050405020304" pitchFamily="18" charset="0"/>
              </a:rPr>
              <a:t>人格切り替え</a:t>
            </a:r>
            <a:endParaRPr lang="ja-JP" altLang="en-US" sz="1905" dirty="0">
              <a:latin typeface="+mn-ea"/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E07FFE8-FA6A-691C-DAFB-0E739508310C}"/>
              </a:ext>
            </a:extLst>
          </p:cNvPr>
          <p:cNvCxnSpPr>
            <a:cxnSpLocks/>
          </p:cNvCxnSpPr>
          <p:nvPr/>
        </p:nvCxnSpPr>
        <p:spPr>
          <a:xfrm>
            <a:off x="6096000" y="2179941"/>
            <a:ext cx="0" cy="8691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矢印: 右 25">
            <a:extLst>
              <a:ext uri="{FF2B5EF4-FFF2-40B4-BE49-F238E27FC236}">
                <a16:creationId xmlns:a16="http://schemas.microsoft.com/office/drawing/2014/main" id="{84C08B07-8D3C-095F-26AC-5EFC5AAEF95A}"/>
              </a:ext>
            </a:extLst>
          </p:cNvPr>
          <p:cNvSpPr/>
          <p:nvPr/>
        </p:nvSpPr>
        <p:spPr>
          <a:xfrm>
            <a:off x="5520072" y="2801469"/>
            <a:ext cx="1294700" cy="123607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558" dirty="0"/>
          </a:p>
        </p:txBody>
      </p:sp>
      <p:pic>
        <p:nvPicPr>
          <p:cNvPr id="28" name="グラフィックス 27" descr="ニヤリとした顔 (塗りつぶしなし) 単色塗りつぶし">
            <a:extLst>
              <a:ext uri="{FF2B5EF4-FFF2-40B4-BE49-F238E27FC236}">
                <a16:creationId xmlns:a16="http://schemas.microsoft.com/office/drawing/2014/main" id="{876FF93C-F62C-5271-B296-F8A7D78CE7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2729" y="2516761"/>
            <a:ext cx="734949" cy="734949"/>
          </a:xfrm>
          <a:prstGeom prst="rect">
            <a:avLst/>
          </a:prstGeom>
        </p:spPr>
      </p:pic>
      <p:sp>
        <p:nvSpPr>
          <p:cNvPr id="29" name="矢印: 右 28">
            <a:extLst>
              <a:ext uri="{FF2B5EF4-FFF2-40B4-BE49-F238E27FC236}">
                <a16:creationId xmlns:a16="http://schemas.microsoft.com/office/drawing/2014/main" id="{04BF84C8-A432-1D28-5405-7E07E517BA8B}"/>
              </a:ext>
            </a:extLst>
          </p:cNvPr>
          <p:cNvSpPr/>
          <p:nvPr/>
        </p:nvSpPr>
        <p:spPr>
          <a:xfrm>
            <a:off x="2269044" y="3049073"/>
            <a:ext cx="1436306" cy="5375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858"/>
          </a:p>
        </p:txBody>
      </p:sp>
      <p:sp>
        <p:nvSpPr>
          <p:cNvPr id="76" name="乗算記号 75">
            <a:extLst>
              <a:ext uri="{FF2B5EF4-FFF2-40B4-BE49-F238E27FC236}">
                <a16:creationId xmlns:a16="http://schemas.microsoft.com/office/drawing/2014/main" id="{51E1EB1B-995B-66E5-D86D-B5253618886E}"/>
              </a:ext>
            </a:extLst>
          </p:cNvPr>
          <p:cNvSpPr/>
          <p:nvPr/>
        </p:nvSpPr>
        <p:spPr>
          <a:xfrm>
            <a:off x="2596886" y="3013005"/>
            <a:ext cx="634956" cy="609642"/>
          </a:xfrm>
          <a:prstGeom prst="mathMultiply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558" dirty="0"/>
          </a:p>
        </p:txBody>
      </p:sp>
      <p:sp>
        <p:nvSpPr>
          <p:cNvPr id="30" name="矢印: 右 29">
            <a:extLst>
              <a:ext uri="{FF2B5EF4-FFF2-40B4-BE49-F238E27FC236}">
                <a16:creationId xmlns:a16="http://schemas.microsoft.com/office/drawing/2014/main" id="{3C11E3CE-76B5-E73B-DCFB-2FDB514F3023}"/>
              </a:ext>
            </a:extLst>
          </p:cNvPr>
          <p:cNvSpPr/>
          <p:nvPr/>
        </p:nvSpPr>
        <p:spPr>
          <a:xfrm>
            <a:off x="8525022" y="3017847"/>
            <a:ext cx="1436306" cy="53750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858"/>
          </a:p>
        </p:txBody>
      </p:sp>
      <p:pic>
        <p:nvPicPr>
          <p:cNvPr id="6" name="図 5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7895EC2-2A5C-39FD-38A9-CEB517A7804E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62291" y="2500678"/>
            <a:ext cx="1583024" cy="1342594"/>
          </a:xfrm>
          <a:prstGeom prst="rect">
            <a:avLst/>
          </a:prstGeom>
        </p:spPr>
      </p:pic>
      <p:pic>
        <p:nvPicPr>
          <p:cNvPr id="7" name="Picture 2" descr="画像">
            <a:extLst>
              <a:ext uri="{FF2B5EF4-FFF2-40B4-BE49-F238E27FC236}">
                <a16:creationId xmlns:a16="http://schemas.microsoft.com/office/drawing/2014/main" id="{C768749A-D97D-B19E-8814-BB90C2C9AB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85" t="16857" r="15386" b="15594"/>
          <a:stretch>
            <a:fillRect/>
          </a:stretch>
        </p:blipFill>
        <p:spPr bwMode="auto">
          <a:xfrm>
            <a:off x="10006084" y="2513914"/>
            <a:ext cx="1442378" cy="147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4658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西澤　奏都</dc:creator>
  <cp:lastModifiedBy>西澤　奏都</cp:lastModifiedBy>
  <cp:revision>1</cp:revision>
  <dcterms:created xsi:type="dcterms:W3CDTF">2026-02-27T06:49:59Z</dcterms:created>
  <dcterms:modified xsi:type="dcterms:W3CDTF">2026-02-27T06:50:34Z</dcterms:modified>
</cp:coreProperties>
</file>