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50B9E-C516-4A78-94CB-8518A77486C5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D5DAD-7CE9-4C70-818C-54BA21A299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6380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16B9B-5A4F-4837-927D-51CE24AEA9A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49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364D6-9D79-9486-B3B7-EFB2115F4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EB9E6FE-5A50-D16C-9486-B45B3A858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536B78-2849-D606-C07B-558856BE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DD400F-D70D-195F-C4C4-6FF42A38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1B7B99-9EDC-0D66-6CCF-77BA6A03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915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140762-0A11-5E6D-FCC8-BF36ABC2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140CC1-29D2-7494-2025-E84472F19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31DDA9-C640-11FB-EF72-AFB0DD5E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E9FCE5-15DF-7751-7BAE-23E74D4A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91785E-6924-76A0-6355-3A676D0F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20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B89E95-F636-ABF0-E550-3092B635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F6E0D1-4CF5-BDB1-11C9-862E77170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02538D-C59D-8360-C600-DC651096C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F2DA3E-6699-0311-CDFB-560895BA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AA2357-CF7E-5768-51B4-C474BA54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181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96F3F3-EB20-7F74-1C44-F2067C58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9B14FD-2781-1A9D-C379-49697B7D0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3C30CD-3857-859C-9FD4-2CD29B9F3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727BE1-0F89-757B-4E82-748441E1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633ABA-2564-127E-143F-0A97BA597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8E53BF-2E67-31E2-BD94-808431A41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291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3BE449-651C-9E2D-AAD4-52AE4CB06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103819-6DB6-9FFB-CE69-E3C5C92E2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B19BE3-6D23-98F1-E995-A47DAA5C3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5471DE5-94F8-7DDC-FA20-12AA6AC08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ADC0B32-8E39-7EF1-C7D7-D7BB36DFF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1933313-1B64-2215-D400-116C9154D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C65D413-405B-90DF-6283-C1C154C3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F91546-D57C-0CCF-B6E9-A2DF98CF0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401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6D40B1-82B7-5E4A-2ACF-FCC2DF627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6629EE-0A35-B18C-6B2F-8F80F055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3855AF-92B7-22FD-9F08-B6D31FBC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409BDC-105E-C6DC-6CA8-C631B14A0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34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62C9EE-9312-B208-2239-E7406CE6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DAFD0B2-C49C-3E69-4476-A323C5186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40FDD4-F42E-3064-B205-C0F928B29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719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6AC404-37B9-62BB-95A0-3624CFB03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D8D9C4-43BC-1BC9-A103-9BAAD6FFF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4506A1-92BD-138C-FD6E-72DC58A2B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49FF0A-5349-D12C-BA33-22D8911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F16CFF-E411-C8A3-2B06-FF096DB12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5A0D02-933A-757A-CB3A-4BD7EE66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688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F9371-F5A4-9017-2975-4BFCCEC8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3E81C7-4E75-DAA1-709F-67ADD6FFD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7C17C2-72A5-1CEE-4FE3-42387D1F8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2C4446-4CFE-5A17-D7D0-E53B26D92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38162F-6E7E-D4B3-B811-A08FD750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2137D9-4650-1A70-275D-1A439F46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875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A1CDF-08FF-3540-B189-CC26BBC22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0CF3AA-570D-EC16-3F35-33553BC35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58355C-2F34-C7B5-A1B1-1CBE1E82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E09A58-10DC-3EAC-CF2B-48B684B88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CCD5DF-E145-1CDC-C59A-6E15FA0B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96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B0E7DE-6472-9BC0-90D5-AB1354A35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E84B40C-06ED-CF29-1DFF-7C9DA446B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E11E61-2544-4F39-F01D-38A90BB8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1CD9F5-2069-652F-92C7-C7C15B38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3CB287-4701-DA8A-912C-6CE3750E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387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ECCF5F-1949-F053-2FFD-D115524F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1A0148-CE1B-B5B0-32E2-FF184EF8A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64A76B-4A41-32CD-7D15-575845C44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509E2-EE8D-4BD7-8A59-6F176CFD1B38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D91D44-9BDE-A026-DD8E-9D767C092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3400D0-ED89-DAF1-4E79-C59A700FA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4B682-BAAB-44FB-ABB3-A45C81516D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703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0CFC7-B7B0-035E-FFF1-26AB6F784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49EC33C-241F-93AB-4123-881A713EA4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"/>
          <a:stretch>
            <a:fillRect/>
          </a:stretch>
        </p:blipFill>
        <p:spPr>
          <a:xfrm>
            <a:off x="4143805" y="232704"/>
            <a:ext cx="5437505" cy="6525972"/>
          </a:xfrm>
          <a:prstGeom prst="rect">
            <a:avLst/>
          </a:prstGeom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F6813DEC-0F4E-D547-ED2B-C695E98CE39E}"/>
              </a:ext>
            </a:extLst>
          </p:cNvPr>
          <p:cNvSpPr/>
          <p:nvPr/>
        </p:nvSpPr>
        <p:spPr>
          <a:xfrm>
            <a:off x="9527506" y="3391636"/>
            <a:ext cx="107607" cy="10145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2"/>
          </a:p>
        </p:txBody>
      </p:sp>
      <p:cxnSp>
        <p:nvCxnSpPr>
          <p:cNvPr id="14" name="直線コネクタ 11">
            <a:extLst>
              <a:ext uri="{FF2B5EF4-FFF2-40B4-BE49-F238E27FC236}">
                <a16:creationId xmlns:a16="http://schemas.microsoft.com/office/drawing/2014/main" id="{101553CF-E273-51F1-F00E-05653D100A1C}"/>
              </a:ext>
            </a:extLst>
          </p:cNvPr>
          <p:cNvCxnSpPr>
            <a:cxnSpLocks/>
          </p:cNvCxnSpPr>
          <p:nvPr/>
        </p:nvCxnSpPr>
        <p:spPr>
          <a:xfrm flipV="1">
            <a:off x="9581304" y="2829707"/>
            <a:ext cx="946777" cy="612657"/>
          </a:xfrm>
          <a:prstGeom prst="bentConnector3">
            <a:avLst>
              <a:gd name="adj1" fmla="val 96529"/>
            </a:avLst>
          </a:prstGeom>
          <a:ln w="539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8DDE906-EE1E-4805-0E9F-E669B427F7CA}"/>
              </a:ext>
            </a:extLst>
          </p:cNvPr>
          <p:cNvSpPr txBox="1"/>
          <p:nvPr/>
        </p:nvSpPr>
        <p:spPr>
          <a:xfrm>
            <a:off x="9527502" y="2375799"/>
            <a:ext cx="2232605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12" b="1" dirty="0"/>
              <a:t>スクロールバー</a:t>
            </a: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9D3864AA-B90D-70E5-87F6-DE9713295D8E}"/>
              </a:ext>
            </a:extLst>
          </p:cNvPr>
          <p:cNvSpPr/>
          <p:nvPr/>
        </p:nvSpPr>
        <p:spPr>
          <a:xfrm>
            <a:off x="7880794" y="6132188"/>
            <a:ext cx="107607" cy="10145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2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36C03CC-2389-62F6-B9D7-81C43B7E482D}"/>
              </a:ext>
            </a:extLst>
          </p:cNvPr>
          <p:cNvCxnSpPr>
            <a:cxnSpLocks/>
          </p:cNvCxnSpPr>
          <p:nvPr/>
        </p:nvCxnSpPr>
        <p:spPr>
          <a:xfrm>
            <a:off x="7968889" y="6182915"/>
            <a:ext cx="1937200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63735CB-9E49-5580-7122-7246C6CD0C77}"/>
              </a:ext>
            </a:extLst>
          </p:cNvPr>
          <p:cNvSpPr txBox="1"/>
          <p:nvPr/>
        </p:nvSpPr>
        <p:spPr>
          <a:xfrm>
            <a:off x="9906089" y="5955961"/>
            <a:ext cx="2371278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12" b="1" dirty="0"/>
              <a:t>「次へ」ボタン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D2CCE8F-20ED-0EA3-652A-2D0F7EF927DD}"/>
              </a:ext>
            </a:extLst>
          </p:cNvPr>
          <p:cNvSpPr/>
          <p:nvPr/>
        </p:nvSpPr>
        <p:spPr>
          <a:xfrm>
            <a:off x="9190327" y="600356"/>
            <a:ext cx="107607" cy="10145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2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59C912A-73C2-E28A-AECB-0285609FD8C2}"/>
              </a:ext>
            </a:extLst>
          </p:cNvPr>
          <p:cNvCxnSpPr>
            <a:cxnSpLocks/>
          </p:cNvCxnSpPr>
          <p:nvPr/>
        </p:nvCxnSpPr>
        <p:spPr>
          <a:xfrm>
            <a:off x="9278423" y="651083"/>
            <a:ext cx="522561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BBF3CF-2F14-B7E5-BB80-03AA496BDC0E}"/>
              </a:ext>
            </a:extLst>
          </p:cNvPr>
          <p:cNvSpPr txBox="1"/>
          <p:nvPr/>
        </p:nvSpPr>
        <p:spPr>
          <a:xfrm>
            <a:off x="9782231" y="267925"/>
            <a:ext cx="2607962" cy="77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12" b="1" dirty="0"/>
              <a:t>ユーザが送信したプロンプト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E0447B7-3CE4-73AA-AA30-8C4FA34C499D}"/>
              </a:ext>
            </a:extLst>
          </p:cNvPr>
          <p:cNvSpPr/>
          <p:nvPr/>
        </p:nvSpPr>
        <p:spPr>
          <a:xfrm>
            <a:off x="5101275" y="1473685"/>
            <a:ext cx="107607" cy="10145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2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AF60B66-247E-C636-EBD5-386B016B9F41}"/>
              </a:ext>
            </a:extLst>
          </p:cNvPr>
          <p:cNvCxnSpPr>
            <a:cxnSpLocks/>
          </p:cNvCxnSpPr>
          <p:nvPr/>
        </p:nvCxnSpPr>
        <p:spPr>
          <a:xfrm flipV="1">
            <a:off x="4345838" y="1527882"/>
            <a:ext cx="801899" cy="423481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8A9B162-6C78-1F92-7452-A8964C7E6E1A}"/>
              </a:ext>
            </a:extLst>
          </p:cNvPr>
          <p:cNvSpPr txBox="1"/>
          <p:nvPr/>
        </p:nvSpPr>
        <p:spPr>
          <a:xfrm>
            <a:off x="2978559" y="1767448"/>
            <a:ext cx="881867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212" b="1" dirty="0"/>
              <a:t>LLM</a:t>
            </a:r>
            <a:endParaRPr lang="ja-JP" altLang="en-US" sz="2212" b="1" dirty="0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6E8A2F1-CCDF-6D86-8CB9-939299CD0891}"/>
              </a:ext>
            </a:extLst>
          </p:cNvPr>
          <p:cNvSpPr/>
          <p:nvPr/>
        </p:nvSpPr>
        <p:spPr>
          <a:xfrm>
            <a:off x="6022163" y="1196004"/>
            <a:ext cx="107607" cy="10145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2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B5B48C6-829B-9A10-8906-89029F843C99}"/>
              </a:ext>
            </a:extLst>
          </p:cNvPr>
          <p:cNvCxnSpPr>
            <a:cxnSpLocks/>
          </p:cNvCxnSpPr>
          <p:nvPr/>
        </p:nvCxnSpPr>
        <p:spPr>
          <a:xfrm>
            <a:off x="5208879" y="701810"/>
            <a:ext cx="881638" cy="548388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1499A3A-769C-6B9A-8B2E-461D6DBE23E3}"/>
              </a:ext>
            </a:extLst>
          </p:cNvPr>
          <p:cNvCxnSpPr>
            <a:cxnSpLocks/>
          </p:cNvCxnSpPr>
          <p:nvPr/>
        </p:nvCxnSpPr>
        <p:spPr>
          <a:xfrm>
            <a:off x="3760339" y="706356"/>
            <a:ext cx="1467979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C7DD57D-D914-8ACB-B4C4-3B70E02F992A}"/>
              </a:ext>
            </a:extLst>
          </p:cNvPr>
          <p:cNvSpPr txBox="1"/>
          <p:nvPr/>
        </p:nvSpPr>
        <p:spPr>
          <a:xfrm>
            <a:off x="2143148" y="488045"/>
            <a:ext cx="1717279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212" b="1" dirty="0"/>
              <a:t>LLM</a:t>
            </a:r>
            <a:r>
              <a:rPr lang="ja-JP" altLang="en-US" sz="2212" b="1" dirty="0"/>
              <a:t>の応答</a:t>
            </a: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9F9213F-EBB9-16F5-4C5D-FCD64E89C936}"/>
              </a:ext>
            </a:extLst>
          </p:cNvPr>
          <p:cNvCxnSpPr>
            <a:cxnSpLocks/>
          </p:cNvCxnSpPr>
          <p:nvPr/>
        </p:nvCxnSpPr>
        <p:spPr>
          <a:xfrm>
            <a:off x="3860426" y="4906637"/>
            <a:ext cx="1189433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652D383-3EC4-BACE-E155-792A8E4674FB}"/>
              </a:ext>
            </a:extLst>
          </p:cNvPr>
          <p:cNvSpPr txBox="1"/>
          <p:nvPr/>
        </p:nvSpPr>
        <p:spPr>
          <a:xfrm>
            <a:off x="1740550" y="4693182"/>
            <a:ext cx="2216048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12" b="1" dirty="0"/>
              <a:t>入力フィールド</a:t>
            </a: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4079DAD3-09BB-D92B-0EB7-62AF58A588FD}"/>
              </a:ext>
            </a:extLst>
          </p:cNvPr>
          <p:cNvSpPr/>
          <p:nvPr/>
        </p:nvSpPr>
        <p:spPr>
          <a:xfrm>
            <a:off x="9011009" y="5428703"/>
            <a:ext cx="107607" cy="10145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2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CCF0082E-FB49-1349-12C9-704C266558C8}"/>
              </a:ext>
            </a:extLst>
          </p:cNvPr>
          <p:cNvCxnSpPr>
            <a:cxnSpLocks/>
          </p:cNvCxnSpPr>
          <p:nvPr/>
        </p:nvCxnSpPr>
        <p:spPr>
          <a:xfrm>
            <a:off x="9099104" y="5479430"/>
            <a:ext cx="787475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AE822BB-90AE-753E-959D-94D1F3A8208A}"/>
              </a:ext>
            </a:extLst>
          </p:cNvPr>
          <p:cNvSpPr txBox="1"/>
          <p:nvPr/>
        </p:nvSpPr>
        <p:spPr>
          <a:xfrm>
            <a:off x="9800981" y="5275100"/>
            <a:ext cx="2286610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12" b="1" dirty="0"/>
              <a:t>マウスカーソル</a:t>
            </a:r>
            <a:endParaRPr lang="ja-JP" altLang="en-US" sz="2212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320EFEA-FEC6-EC51-DAA4-6106160733E6}"/>
              </a:ext>
            </a:extLst>
          </p:cNvPr>
          <p:cNvCxnSpPr>
            <a:cxnSpLocks/>
          </p:cNvCxnSpPr>
          <p:nvPr/>
        </p:nvCxnSpPr>
        <p:spPr>
          <a:xfrm>
            <a:off x="5021956" y="5456477"/>
            <a:ext cx="3262126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B28125E6-2B9E-EF93-7D21-9A5CD8A0D84D}"/>
              </a:ext>
            </a:extLst>
          </p:cNvPr>
          <p:cNvCxnSpPr>
            <a:cxnSpLocks/>
          </p:cNvCxnSpPr>
          <p:nvPr/>
        </p:nvCxnSpPr>
        <p:spPr>
          <a:xfrm flipV="1">
            <a:off x="5055262" y="4814750"/>
            <a:ext cx="0" cy="664681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0BD20291-3B32-90C2-926D-E5FA526380B3}"/>
              </a:ext>
            </a:extLst>
          </p:cNvPr>
          <p:cNvCxnSpPr>
            <a:cxnSpLocks/>
          </p:cNvCxnSpPr>
          <p:nvPr/>
        </p:nvCxnSpPr>
        <p:spPr>
          <a:xfrm flipV="1">
            <a:off x="8250915" y="4814750"/>
            <a:ext cx="0" cy="664681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1CC78F8-C9F8-8AB6-6FFF-D21CA9535E0D}"/>
              </a:ext>
            </a:extLst>
          </p:cNvPr>
          <p:cNvCxnSpPr>
            <a:cxnSpLocks/>
          </p:cNvCxnSpPr>
          <p:nvPr/>
        </p:nvCxnSpPr>
        <p:spPr>
          <a:xfrm>
            <a:off x="5021956" y="4839491"/>
            <a:ext cx="3262126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楕円 39">
            <a:extLst>
              <a:ext uri="{FF2B5EF4-FFF2-40B4-BE49-F238E27FC236}">
                <a16:creationId xmlns:a16="http://schemas.microsoft.com/office/drawing/2014/main" id="{CF674608-7AFB-F4EC-D6C8-71EDE0206470}"/>
              </a:ext>
            </a:extLst>
          </p:cNvPr>
          <p:cNvSpPr/>
          <p:nvPr/>
        </p:nvSpPr>
        <p:spPr>
          <a:xfrm rot="16881364">
            <a:off x="9174023" y="5033625"/>
            <a:ext cx="107607" cy="10145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2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E34A1AAA-0699-4EBF-6E24-F1234713FFFF}"/>
              </a:ext>
            </a:extLst>
          </p:cNvPr>
          <p:cNvCxnSpPr>
            <a:cxnSpLocks/>
          </p:cNvCxnSpPr>
          <p:nvPr/>
        </p:nvCxnSpPr>
        <p:spPr>
          <a:xfrm flipV="1">
            <a:off x="9248585" y="4607147"/>
            <a:ext cx="424983" cy="454787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F8719437-B1B4-7114-23A5-7C3F93CA89D7}"/>
              </a:ext>
            </a:extLst>
          </p:cNvPr>
          <p:cNvCxnSpPr>
            <a:cxnSpLocks/>
          </p:cNvCxnSpPr>
          <p:nvPr/>
        </p:nvCxnSpPr>
        <p:spPr>
          <a:xfrm>
            <a:off x="9657961" y="4626027"/>
            <a:ext cx="228619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907B1CD7-2844-1EBD-EEA5-829C22B4D7C8}"/>
              </a:ext>
            </a:extLst>
          </p:cNvPr>
          <p:cNvSpPr txBox="1"/>
          <p:nvPr/>
        </p:nvSpPr>
        <p:spPr>
          <a:xfrm>
            <a:off x="9822911" y="4428070"/>
            <a:ext cx="1937200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12" b="1" dirty="0"/>
              <a:t>送信ボタン</a:t>
            </a:r>
            <a:endParaRPr lang="ja-JP" altLang="en-US" sz="2212" dirty="0"/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18098FCB-AF20-8AFC-5417-6C5932419C46}"/>
              </a:ext>
            </a:extLst>
          </p:cNvPr>
          <p:cNvCxnSpPr>
            <a:cxnSpLocks/>
          </p:cNvCxnSpPr>
          <p:nvPr/>
        </p:nvCxnSpPr>
        <p:spPr>
          <a:xfrm>
            <a:off x="3819021" y="1947130"/>
            <a:ext cx="553988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楕円 62">
            <a:extLst>
              <a:ext uri="{FF2B5EF4-FFF2-40B4-BE49-F238E27FC236}">
                <a16:creationId xmlns:a16="http://schemas.microsoft.com/office/drawing/2014/main" id="{A341A873-E48A-5834-4052-064F6C1E7312}"/>
              </a:ext>
            </a:extLst>
          </p:cNvPr>
          <p:cNvSpPr/>
          <p:nvPr/>
        </p:nvSpPr>
        <p:spPr>
          <a:xfrm>
            <a:off x="4345838" y="1292199"/>
            <a:ext cx="107607" cy="10145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2"/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4BD4E69E-1103-9013-580D-9B2A9C3C7530}"/>
              </a:ext>
            </a:extLst>
          </p:cNvPr>
          <p:cNvCxnSpPr>
            <a:cxnSpLocks/>
          </p:cNvCxnSpPr>
          <p:nvPr/>
        </p:nvCxnSpPr>
        <p:spPr>
          <a:xfrm flipH="1">
            <a:off x="3819021" y="1337033"/>
            <a:ext cx="560282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F03C7CE4-F407-FBC0-250B-88E62793774B}"/>
              </a:ext>
            </a:extLst>
          </p:cNvPr>
          <p:cNvSpPr txBox="1"/>
          <p:nvPr/>
        </p:nvSpPr>
        <p:spPr>
          <a:xfrm>
            <a:off x="-234153" y="1125760"/>
            <a:ext cx="4226151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12" b="1" dirty="0"/>
              <a:t>「新規チャット作成」アイコン</a:t>
            </a:r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3E196ACB-BCE6-99C9-10A9-5B0ABCFB3DCB}"/>
              </a:ext>
            </a:extLst>
          </p:cNvPr>
          <p:cNvSpPr/>
          <p:nvPr/>
        </p:nvSpPr>
        <p:spPr>
          <a:xfrm>
            <a:off x="5799747" y="2170633"/>
            <a:ext cx="107607" cy="10145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212"/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D24FB4AA-B0D6-9BD8-1B2B-B74BEAD02882}"/>
              </a:ext>
            </a:extLst>
          </p:cNvPr>
          <p:cNvCxnSpPr>
            <a:cxnSpLocks/>
          </p:cNvCxnSpPr>
          <p:nvPr/>
        </p:nvCxnSpPr>
        <p:spPr>
          <a:xfrm>
            <a:off x="5208880" y="701455"/>
            <a:ext cx="631478" cy="1486333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76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</Words>
  <Application>Microsoft Office PowerPoint</Application>
  <PresentationFormat>ワイド画面</PresentationFormat>
  <Paragraphs>10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西澤　奏都</dc:creator>
  <cp:lastModifiedBy>西澤　奏都</cp:lastModifiedBy>
  <cp:revision>2</cp:revision>
  <dcterms:created xsi:type="dcterms:W3CDTF">2026-02-27T07:05:42Z</dcterms:created>
  <dcterms:modified xsi:type="dcterms:W3CDTF">2026-03-11T01:12:28Z</dcterms:modified>
</cp:coreProperties>
</file>