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57" r:id="rId3"/>
    <p:sldId id="258" r:id="rId4"/>
    <p:sldId id="259" r:id="rId5"/>
    <p:sldId id="261" r:id="rId6"/>
    <p:sldId id="262" r:id="rId7"/>
    <p:sldId id="272" r:id="rId8"/>
    <p:sldId id="265" r:id="rId9"/>
    <p:sldId id="278" r:id="rId10"/>
    <p:sldId id="283" r:id="rId11"/>
    <p:sldId id="284" r:id="rId12"/>
    <p:sldId id="271" r:id="rId13"/>
    <p:sldId id="263" r:id="rId14"/>
    <p:sldId id="269" r:id="rId15"/>
    <p:sldId id="264" r:id="rId16"/>
    <p:sldId id="274" r:id="rId17"/>
    <p:sldId id="268" r:id="rId18"/>
    <p:sldId id="282" r:id="rId19"/>
    <p:sldId id="260" r:id="rId20"/>
    <p:sldId id="281" r:id="rId21"/>
    <p:sldId id="280" r:id="rId22"/>
    <p:sldId id="285" r:id="rId23"/>
    <p:sldId id="286" r:id="rId24"/>
    <p:sldId id="275" r:id="rId25"/>
    <p:sldId id="276" r:id="rId26"/>
    <p:sldId id="266" r:id="rId27"/>
    <p:sldId id="279" r:id="rId28"/>
    <p:sldId id="277" r:id="rId29"/>
    <p:sldId id="270"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ED8E0A0D-6245-4FE0-A5C7-A7828D8F1357}">
          <p14:sldIdLst>
            <p14:sldId id="256"/>
          </p14:sldIdLst>
        </p14:section>
        <p14:section name="概要" id="{B2883AA4-EB69-47D0-AD8A-3C192D1FB349}">
          <p14:sldIdLst>
            <p14:sldId id="257"/>
          </p14:sldIdLst>
        </p14:section>
        <p14:section name="背景" id="{30FD94BC-6A17-436C-B2F5-B8DCDB351CD6}">
          <p14:sldIdLst>
            <p14:sldId id="258"/>
          </p14:sldIdLst>
        </p14:section>
        <p14:section name="関連研究" id="{895F69D5-DB25-40B0-BB72-81F63BD7A435}">
          <p14:sldIdLst>
            <p14:sldId id="259"/>
          </p14:sldIdLst>
        </p14:section>
        <p14:section name="目的" id="{9556F2C2-7312-4F73-A758-DFDD8F4F5F4A}">
          <p14:sldIdLst>
            <p14:sldId id="261"/>
          </p14:sldIdLst>
        </p14:section>
        <p14:section name="手法説明" id="{498A53B2-FFF2-4D50-ABD8-B40CC13D77D6}">
          <p14:sldIdLst>
            <p14:sldId id="262"/>
            <p14:sldId id="272"/>
            <p14:sldId id="265"/>
            <p14:sldId id="278"/>
            <p14:sldId id="283"/>
            <p14:sldId id="284"/>
            <p14:sldId id="271"/>
          </p14:sldIdLst>
        </p14:section>
        <p14:section name="実験方法" id="{0012D2D4-8B10-49A5-A907-EC5C384A05A0}">
          <p14:sldIdLst>
            <p14:sldId id="263"/>
            <p14:sldId id="269"/>
            <p14:sldId id="264"/>
            <p14:sldId id="274"/>
          </p14:sldIdLst>
        </p14:section>
        <p14:section name="まとめ" id="{B38D2521-DC04-49DC-B819-41DCF5496952}">
          <p14:sldIdLst>
            <p14:sldId id="268"/>
            <p14:sldId id="282"/>
            <p14:sldId id="260"/>
            <p14:sldId id="281"/>
            <p14:sldId id="280"/>
            <p14:sldId id="285"/>
            <p14:sldId id="286"/>
            <p14:sldId id="275"/>
            <p14:sldId id="276"/>
            <p14:sldId id="266"/>
            <p14:sldId id="279"/>
            <p14:sldId id="277"/>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3B27F0-9779-45FE-8019-05A475529B2A}" v="233" dt="2025-12-03T04:35:26.88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94" autoAdjust="0"/>
    <p:restoredTop sz="87100" autoAdjust="0"/>
  </p:normalViewPr>
  <p:slideViewPr>
    <p:cSldViewPr snapToGrid="0">
      <p:cViewPr>
        <p:scale>
          <a:sx n="75" d="100"/>
          <a:sy n="75" d="100"/>
        </p:scale>
        <p:origin x="1148"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西澤　奏都" userId="90190134-b31f-4132-babe-1b85b6be4fb9" providerId="ADAL" clId="{26ABE16E-35F6-461B-9B45-4258BE2CE09B}"/>
    <pc:docChg chg="undo custSel addSld delSld modSld sldOrd modMainMaster addSection modSection">
      <pc:chgData name="西澤　奏都" userId="90190134-b31f-4132-babe-1b85b6be4fb9" providerId="ADAL" clId="{26ABE16E-35F6-461B-9B45-4258BE2CE09B}" dt="2025-12-03T04:58:16.805" v="5866" actId="255"/>
      <pc:docMkLst>
        <pc:docMk/>
      </pc:docMkLst>
      <pc:sldChg chg="modSp mod modNotesTx">
        <pc:chgData name="西澤　奏都" userId="90190134-b31f-4132-babe-1b85b6be4fb9" providerId="ADAL" clId="{26ABE16E-35F6-461B-9B45-4258BE2CE09B}" dt="2025-12-02T04:39:35.598" v="2915" actId="20577"/>
        <pc:sldMkLst>
          <pc:docMk/>
          <pc:sldMk cId="986110923" sldId="256"/>
        </pc:sldMkLst>
        <pc:spChg chg="mod">
          <ac:chgData name="西澤　奏都" userId="90190134-b31f-4132-babe-1b85b6be4fb9" providerId="ADAL" clId="{26ABE16E-35F6-461B-9B45-4258BE2CE09B}" dt="2025-12-02T02:39:45.515" v="2536" actId="3064"/>
          <ac:spMkLst>
            <pc:docMk/>
            <pc:sldMk cId="986110923" sldId="256"/>
            <ac:spMk id="2" creationId="{C98F8755-8367-8EA9-86ED-3B957B23FB6E}"/>
          </ac:spMkLst>
        </pc:spChg>
        <pc:spChg chg="mod">
          <ac:chgData name="西澤　奏都" userId="90190134-b31f-4132-babe-1b85b6be4fb9" providerId="ADAL" clId="{26ABE16E-35F6-461B-9B45-4258BE2CE09B}" dt="2025-12-02T04:31:29.297" v="2813" actId="20577"/>
          <ac:spMkLst>
            <pc:docMk/>
            <pc:sldMk cId="986110923" sldId="256"/>
            <ac:spMk id="3" creationId="{8B21F246-5842-52A6-4247-0F544B3D34D9}"/>
          </ac:spMkLst>
        </pc:spChg>
        <pc:spChg chg="mod">
          <ac:chgData name="西澤　奏都" userId="90190134-b31f-4132-babe-1b85b6be4fb9" providerId="ADAL" clId="{26ABE16E-35F6-461B-9B45-4258BE2CE09B}" dt="2025-12-02T03:13:10.715" v="2717" actId="14100"/>
          <ac:spMkLst>
            <pc:docMk/>
            <pc:sldMk cId="986110923" sldId="256"/>
            <ac:spMk id="4" creationId="{A90AC779-A65B-9B33-C2D1-AABA78C0CE55}"/>
          </ac:spMkLst>
        </pc:spChg>
        <pc:spChg chg="mod">
          <ac:chgData name="西澤　奏都" userId="90190134-b31f-4132-babe-1b85b6be4fb9" providerId="ADAL" clId="{26ABE16E-35F6-461B-9B45-4258BE2CE09B}" dt="2025-12-02T02:39:45.515" v="2536" actId="3064"/>
          <ac:spMkLst>
            <pc:docMk/>
            <pc:sldMk cId="986110923" sldId="256"/>
            <ac:spMk id="5" creationId="{53B5E0B1-57D8-8588-3764-5AC47252AC0A}"/>
          </ac:spMkLst>
        </pc:spChg>
      </pc:sldChg>
      <pc:sldChg chg="addSp delSp modSp mod chgLayout">
        <pc:chgData name="西澤　奏都" userId="90190134-b31f-4132-babe-1b85b6be4fb9" providerId="ADAL" clId="{26ABE16E-35F6-461B-9B45-4258BE2CE09B}" dt="2025-12-03T04:47:12.544" v="5786" actId="20577"/>
        <pc:sldMkLst>
          <pc:docMk/>
          <pc:sldMk cId="4181243136" sldId="257"/>
        </pc:sldMkLst>
        <pc:spChg chg="del">
          <ac:chgData name="西澤　奏都" userId="90190134-b31f-4132-babe-1b85b6be4fb9" providerId="ADAL" clId="{26ABE16E-35F6-461B-9B45-4258BE2CE09B}" dt="2025-12-02T02:30:04.677" v="2482" actId="478"/>
          <ac:spMkLst>
            <pc:docMk/>
            <pc:sldMk cId="4181243136" sldId="257"/>
            <ac:spMk id="4" creationId="{8B0897D3-33B9-486E-7686-AE12BE6E2862}"/>
          </ac:spMkLst>
        </pc:spChg>
        <pc:spChg chg="add del mod ord">
          <ac:chgData name="西澤　奏都" userId="90190134-b31f-4132-babe-1b85b6be4fb9" providerId="ADAL" clId="{26ABE16E-35F6-461B-9B45-4258BE2CE09B}" dt="2025-12-02T02:46:00.353" v="2591" actId="478"/>
          <ac:spMkLst>
            <pc:docMk/>
            <pc:sldMk cId="4181243136" sldId="257"/>
            <ac:spMk id="5" creationId="{B5F7CEBC-CB46-261F-E822-665F133629E4}"/>
          </ac:spMkLst>
        </pc:spChg>
        <pc:spChg chg="mod">
          <ac:chgData name="西澤　奏都" userId="90190134-b31f-4132-babe-1b85b6be4fb9" providerId="ADAL" clId="{26ABE16E-35F6-461B-9B45-4258BE2CE09B}" dt="2025-12-02T02:46:55.353" v="2597" actId="552"/>
          <ac:spMkLst>
            <pc:docMk/>
            <pc:sldMk cId="4181243136" sldId="257"/>
            <ac:spMk id="6" creationId="{FD1E64F2-55A3-717B-126F-86CED4734B76}"/>
          </ac:spMkLst>
        </pc:spChg>
        <pc:spChg chg="mod">
          <ac:chgData name="西澤　奏都" userId="90190134-b31f-4132-babe-1b85b6be4fb9" providerId="ADAL" clId="{26ABE16E-35F6-461B-9B45-4258BE2CE09B}" dt="2025-12-02T02:48:54.720" v="2600" actId="1076"/>
          <ac:spMkLst>
            <pc:docMk/>
            <pc:sldMk cId="4181243136" sldId="257"/>
            <ac:spMk id="8" creationId="{B1AEC452-8646-716B-8047-DDB51AA78E1E}"/>
          </ac:spMkLst>
        </pc:spChg>
        <pc:spChg chg="mod">
          <ac:chgData name="西澤　奏都" userId="90190134-b31f-4132-babe-1b85b6be4fb9" providerId="ADAL" clId="{26ABE16E-35F6-461B-9B45-4258BE2CE09B}" dt="2025-12-02T04:34:50.776" v="2857" actId="20577"/>
          <ac:spMkLst>
            <pc:docMk/>
            <pc:sldMk cId="4181243136" sldId="257"/>
            <ac:spMk id="10" creationId="{7D35D207-FF37-2162-A2A0-501DD833A315}"/>
          </ac:spMkLst>
        </pc:spChg>
        <pc:spChg chg="mod">
          <ac:chgData name="西澤　奏都" userId="90190134-b31f-4132-babe-1b85b6be4fb9" providerId="ADAL" clId="{26ABE16E-35F6-461B-9B45-4258BE2CE09B}" dt="2025-12-02T08:10:43.138" v="5430" actId="20577"/>
          <ac:spMkLst>
            <pc:docMk/>
            <pc:sldMk cId="4181243136" sldId="257"/>
            <ac:spMk id="11" creationId="{BFED1204-3A4C-EE2F-DB08-DEEF9C45D197}"/>
          </ac:spMkLst>
        </pc:spChg>
        <pc:spChg chg="mod">
          <ac:chgData name="西澤　奏都" userId="90190134-b31f-4132-babe-1b85b6be4fb9" providerId="ADAL" clId="{26ABE16E-35F6-461B-9B45-4258BE2CE09B}" dt="2025-12-02T02:47:47.296" v="2599" actId="465"/>
          <ac:spMkLst>
            <pc:docMk/>
            <pc:sldMk cId="4181243136" sldId="257"/>
            <ac:spMk id="13" creationId="{27405228-50CA-6CA0-63F0-B5E33EB24F14}"/>
          </ac:spMkLst>
        </pc:spChg>
        <pc:spChg chg="mod">
          <ac:chgData name="西澤　奏都" userId="90190134-b31f-4132-babe-1b85b6be4fb9" providerId="ADAL" clId="{26ABE16E-35F6-461B-9B45-4258BE2CE09B}" dt="2025-12-03T04:47:12.544" v="5786" actId="20577"/>
          <ac:spMkLst>
            <pc:docMk/>
            <pc:sldMk cId="4181243136" sldId="257"/>
            <ac:spMk id="19" creationId="{E5BADF25-87CD-48A6-0C85-576EDDDE1209}"/>
          </ac:spMkLst>
        </pc:spChg>
        <pc:spChg chg="mod ord">
          <ac:chgData name="西澤　奏都" userId="90190134-b31f-4132-babe-1b85b6be4fb9" providerId="ADAL" clId="{26ABE16E-35F6-461B-9B45-4258BE2CE09B}" dt="2025-12-02T02:39:58.635" v="2537" actId="3064"/>
          <ac:spMkLst>
            <pc:docMk/>
            <pc:sldMk cId="4181243136" sldId="257"/>
            <ac:spMk id="24" creationId="{018D5A31-E700-E183-830D-62D745CEDD78}"/>
          </ac:spMkLst>
        </pc:spChg>
        <pc:spChg chg="add del mod">
          <ac:chgData name="西澤　奏都" userId="90190134-b31f-4132-babe-1b85b6be4fb9" providerId="ADAL" clId="{26ABE16E-35F6-461B-9B45-4258BE2CE09B}" dt="2025-12-02T02:46:00.353" v="2591" actId="478"/>
          <ac:spMkLst>
            <pc:docMk/>
            <pc:sldMk cId="4181243136" sldId="257"/>
            <ac:spMk id="26" creationId="{05887B46-41AC-FA20-CDAB-AB61FCC37998}"/>
          </ac:spMkLst>
        </pc:spChg>
        <pc:picChg chg="add mod modCrop">
          <ac:chgData name="西澤　奏都" userId="90190134-b31f-4132-babe-1b85b6be4fb9" providerId="ADAL" clId="{26ABE16E-35F6-461B-9B45-4258BE2CE09B}" dt="2025-12-03T00:45:38.098" v="5466" actId="1076"/>
          <ac:picMkLst>
            <pc:docMk/>
            <pc:sldMk cId="4181243136" sldId="257"/>
            <ac:picMk id="3" creationId="{8B2B8B4E-3EF2-C124-472C-431232CE936A}"/>
          </ac:picMkLst>
        </pc:picChg>
        <pc:picChg chg="del mod">
          <ac:chgData name="西澤　奏都" userId="90190134-b31f-4132-babe-1b85b6be4fb9" providerId="ADAL" clId="{26ABE16E-35F6-461B-9B45-4258BE2CE09B}" dt="2025-12-02T01:33:44.113" v="2260" actId="478"/>
          <ac:picMkLst>
            <pc:docMk/>
            <pc:sldMk cId="4181243136" sldId="257"/>
            <ac:picMk id="21" creationId="{ECE6608A-DD16-8871-40B5-7B1BA66BCD94}"/>
          </ac:picMkLst>
        </pc:picChg>
        <pc:picChg chg="add del mod">
          <ac:chgData name="西澤　奏都" userId="90190134-b31f-4132-babe-1b85b6be4fb9" providerId="ADAL" clId="{26ABE16E-35F6-461B-9B45-4258BE2CE09B}" dt="2025-12-03T00:44:21.880" v="5456" actId="478"/>
          <ac:picMkLst>
            <pc:docMk/>
            <pc:sldMk cId="4181243136" sldId="257"/>
            <ac:picMk id="23" creationId="{8FF2CF5C-29C3-577B-5CDB-9D2C782EF051}"/>
          </ac:picMkLst>
        </pc:picChg>
      </pc:sldChg>
      <pc:sldChg chg="addSp delSp modSp mod chgLayout">
        <pc:chgData name="西澤　奏都" userId="90190134-b31f-4132-babe-1b85b6be4fb9" providerId="ADAL" clId="{26ABE16E-35F6-461B-9B45-4258BE2CE09B}" dt="2025-12-03T04:58:16.805" v="5866" actId="255"/>
        <pc:sldMkLst>
          <pc:docMk/>
          <pc:sldMk cId="2167068338" sldId="258"/>
        </pc:sldMkLst>
        <pc:spChg chg="del">
          <ac:chgData name="西澤　奏都" userId="90190134-b31f-4132-babe-1b85b6be4fb9" providerId="ADAL" clId="{26ABE16E-35F6-461B-9B45-4258BE2CE09B}" dt="2025-12-02T02:30:16.279" v="2484" actId="478"/>
          <ac:spMkLst>
            <pc:docMk/>
            <pc:sldMk cId="2167068338" sldId="258"/>
            <ac:spMk id="4" creationId="{41C573C8-345C-739E-E904-8E9AC87BAEE3}"/>
          </ac:spMkLst>
        </pc:spChg>
        <pc:spChg chg="mod ord">
          <ac:chgData name="西澤　奏都" userId="90190134-b31f-4132-babe-1b85b6be4fb9" providerId="ADAL" clId="{26ABE16E-35F6-461B-9B45-4258BE2CE09B}" dt="2025-12-02T02:40:13.481" v="2538"/>
          <ac:spMkLst>
            <pc:docMk/>
            <pc:sldMk cId="2167068338" sldId="258"/>
            <ac:spMk id="5" creationId="{FCA60367-8141-7D97-B868-8A0F8C0CC0CD}"/>
          </ac:spMkLst>
        </pc:spChg>
        <pc:spChg chg="mod">
          <ac:chgData name="西澤　奏都" userId="90190134-b31f-4132-babe-1b85b6be4fb9" providerId="ADAL" clId="{26ABE16E-35F6-461B-9B45-4258BE2CE09B}" dt="2025-12-02T04:38:28.527" v="2881" actId="1076"/>
          <ac:spMkLst>
            <pc:docMk/>
            <pc:sldMk cId="2167068338" sldId="258"/>
            <ac:spMk id="11" creationId="{BA9B0B7D-11A7-BA3B-6F3A-9A3B00F18751}"/>
          </ac:spMkLst>
        </pc:spChg>
        <pc:spChg chg="del mod">
          <ac:chgData name="西澤　奏都" userId="90190134-b31f-4132-babe-1b85b6be4fb9" providerId="ADAL" clId="{26ABE16E-35F6-461B-9B45-4258BE2CE09B}" dt="2025-12-02T02:51:20.699" v="2624" actId="478"/>
          <ac:spMkLst>
            <pc:docMk/>
            <pc:sldMk cId="2167068338" sldId="258"/>
            <ac:spMk id="12" creationId="{6FB44DBA-401F-D3A5-F775-1FA8F29EAFEC}"/>
          </ac:spMkLst>
        </pc:spChg>
        <pc:spChg chg="mod">
          <ac:chgData name="西澤　奏都" userId="90190134-b31f-4132-babe-1b85b6be4fb9" providerId="ADAL" clId="{26ABE16E-35F6-461B-9B45-4258BE2CE09B}" dt="2025-12-02T02:51:04.318" v="2623" actId="1076"/>
          <ac:spMkLst>
            <pc:docMk/>
            <pc:sldMk cId="2167068338" sldId="258"/>
            <ac:spMk id="14" creationId="{5DBC74B9-8FED-DA66-8566-89576A69F647}"/>
          </ac:spMkLst>
        </pc:spChg>
        <pc:spChg chg="mod">
          <ac:chgData name="西澤　奏都" userId="90190134-b31f-4132-babe-1b85b6be4fb9" providerId="ADAL" clId="{26ABE16E-35F6-461B-9B45-4258BE2CE09B}" dt="2025-12-02T02:40:13.481" v="2538"/>
          <ac:spMkLst>
            <pc:docMk/>
            <pc:sldMk cId="2167068338" sldId="258"/>
            <ac:spMk id="33" creationId="{29884E82-D955-854F-4705-9797A93782F2}"/>
          </ac:spMkLst>
        </pc:spChg>
        <pc:spChg chg="mod">
          <ac:chgData name="西澤　奏都" userId="90190134-b31f-4132-babe-1b85b6be4fb9" providerId="ADAL" clId="{26ABE16E-35F6-461B-9B45-4258BE2CE09B}" dt="2025-12-03T04:50:23.977" v="5838" actId="552"/>
          <ac:spMkLst>
            <pc:docMk/>
            <pc:sldMk cId="2167068338" sldId="258"/>
            <ac:spMk id="35" creationId="{7FF0BBE9-46D4-24FB-D652-C9F949F5DFBC}"/>
          </ac:spMkLst>
        </pc:spChg>
        <pc:spChg chg="mod">
          <ac:chgData name="西澤　奏都" userId="90190134-b31f-4132-babe-1b85b6be4fb9" providerId="ADAL" clId="{26ABE16E-35F6-461B-9B45-4258BE2CE09B}" dt="2025-12-02T05:32:23.696" v="3399" actId="1076"/>
          <ac:spMkLst>
            <pc:docMk/>
            <pc:sldMk cId="2167068338" sldId="258"/>
            <ac:spMk id="37" creationId="{C534F52E-5EB3-846F-2C22-714B48A26721}"/>
          </ac:spMkLst>
        </pc:spChg>
        <pc:spChg chg="mod">
          <ac:chgData name="西澤　奏都" userId="90190134-b31f-4132-babe-1b85b6be4fb9" providerId="ADAL" clId="{26ABE16E-35F6-461B-9B45-4258BE2CE09B}" dt="2025-12-02T05:32:28.677" v="3400" actId="1076"/>
          <ac:spMkLst>
            <pc:docMk/>
            <pc:sldMk cId="2167068338" sldId="258"/>
            <ac:spMk id="39" creationId="{EA1F4529-7A8E-56F7-2791-FEE0C8CFF6D9}"/>
          </ac:spMkLst>
        </pc:spChg>
        <pc:spChg chg="mod">
          <ac:chgData name="西澤　奏都" userId="90190134-b31f-4132-babe-1b85b6be4fb9" providerId="ADAL" clId="{26ABE16E-35F6-461B-9B45-4258BE2CE09B}" dt="2025-12-03T04:58:16.805" v="5866" actId="255"/>
          <ac:spMkLst>
            <pc:docMk/>
            <pc:sldMk cId="2167068338" sldId="258"/>
            <ac:spMk id="41" creationId="{BA005F72-192C-DB75-1753-88DD080A13FC}"/>
          </ac:spMkLst>
        </pc:spChg>
        <pc:spChg chg="mod">
          <ac:chgData name="西澤　奏都" userId="90190134-b31f-4132-babe-1b85b6be4fb9" providerId="ADAL" clId="{26ABE16E-35F6-461B-9B45-4258BE2CE09B}" dt="2025-12-02T05:32:02.287" v="3396" actId="1076"/>
          <ac:spMkLst>
            <pc:docMk/>
            <pc:sldMk cId="2167068338" sldId="258"/>
            <ac:spMk id="42" creationId="{E9529A08-B945-DCCD-57E9-FC3E649A294A}"/>
          </ac:spMkLst>
        </pc:spChg>
        <pc:spChg chg="mod ord">
          <ac:chgData name="西澤　奏都" userId="90190134-b31f-4132-babe-1b85b6be4fb9" providerId="ADAL" clId="{26ABE16E-35F6-461B-9B45-4258BE2CE09B}" dt="2025-12-02T02:40:13.481" v="2538"/>
          <ac:spMkLst>
            <pc:docMk/>
            <pc:sldMk cId="2167068338" sldId="258"/>
            <ac:spMk id="43" creationId="{02B33D19-3318-AEAB-7AFC-3F853C678A0C}"/>
          </ac:spMkLst>
        </pc:spChg>
        <pc:grpChg chg="mod">
          <ac:chgData name="西澤　奏都" userId="90190134-b31f-4132-babe-1b85b6be4fb9" providerId="ADAL" clId="{26ABE16E-35F6-461B-9B45-4258BE2CE09B}" dt="2025-12-02T02:50:22.919" v="2616" actId="1076"/>
          <ac:grpSpMkLst>
            <pc:docMk/>
            <pc:sldMk cId="2167068338" sldId="258"/>
            <ac:grpSpMk id="2" creationId="{CDA0FEBF-A58F-2E10-E1E5-8C65F45A79A9}"/>
          </ac:grpSpMkLst>
        </pc:grpChg>
        <pc:grpChg chg="del">
          <ac:chgData name="西澤　奏都" userId="90190134-b31f-4132-babe-1b85b6be4fb9" providerId="ADAL" clId="{26ABE16E-35F6-461B-9B45-4258BE2CE09B}" dt="2025-12-02T02:51:20.699" v="2624" actId="478"/>
          <ac:grpSpMkLst>
            <pc:docMk/>
            <pc:sldMk cId="2167068338" sldId="258"/>
            <ac:grpSpMk id="9" creationId="{5D0F6B38-DF18-33C6-8343-B2598E1DEED7}"/>
          </ac:grpSpMkLst>
        </pc:grpChg>
        <pc:grpChg chg="add mod">
          <ac:chgData name="西澤　奏都" userId="90190134-b31f-4132-babe-1b85b6be4fb9" providerId="ADAL" clId="{26ABE16E-35F6-461B-9B45-4258BE2CE09B}" dt="2025-12-02T05:32:28.677" v="3400" actId="1076"/>
          <ac:grpSpMkLst>
            <pc:docMk/>
            <pc:sldMk cId="2167068338" sldId="258"/>
            <ac:grpSpMk id="44" creationId="{DF99FC49-B20F-E14B-7E75-5EB4FE768438}"/>
          </ac:grpSpMkLst>
        </pc:grpChg>
        <pc:grpChg chg="add mod">
          <ac:chgData name="西澤　奏都" userId="90190134-b31f-4132-babe-1b85b6be4fb9" providerId="ADAL" clId="{26ABE16E-35F6-461B-9B45-4258BE2CE09B}" dt="2025-12-02T05:32:23.696" v="3399" actId="1076"/>
          <ac:grpSpMkLst>
            <pc:docMk/>
            <pc:sldMk cId="2167068338" sldId="258"/>
            <ac:grpSpMk id="45" creationId="{09B553EF-8076-A4E3-2260-D2C5324C60DE}"/>
          </ac:grpSpMkLst>
        </pc:grpChg>
        <pc:picChg chg="mod">
          <ac:chgData name="西澤　奏都" userId="90190134-b31f-4132-babe-1b85b6be4fb9" providerId="ADAL" clId="{26ABE16E-35F6-461B-9B45-4258BE2CE09B}" dt="2025-12-02T05:32:23.696" v="3399" actId="1076"/>
          <ac:picMkLst>
            <pc:docMk/>
            <pc:sldMk cId="2167068338" sldId="258"/>
            <ac:picMk id="1026" creationId="{DE324311-CA38-6CEF-8BFC-4D5A5D6385C3}"/>
          </ac:picMkLst>
        </pc:picChg>
        <pc:picChg chg="mod">
          <ac:chgData name="西澤　奏都" userId="90190134-b31f-4132-babe-1b85b6be4fb9" providerId="ADAL" clId="{26ABE16E-35F6-461B-9B45-4258BE2CE09B}" dt="2025-12-02T05:32:28.677" v="3400" actId="1076"/>
          <ac:picMkLst>
            <pc:docMk/>
            <pc:sldMk cId="2167068338" sldId="258"/>
            <ac:picMk id="1028" creationId="{529AEA85-A6FD-1BF3-B1F9-13DF80F68609}"/>
          </ac:picMkLst>
        </pc:picChg>
      </pc:sldChg>
      <pc:sldChg chg="addSp delSp modSp mod chgLayout modNotesTx">
        <pc:chgData name="西澤　奏都" userId="90190134-b31f-4132-babe-1b85b6be4fb9" providerId="ADAL" clId="{26ABE16E-35F6-461B-9B45-4258BE2CE09B}" dt="2025-12-03T04:50:54.413" v="5841" actId="20577"/>
        <pc:sldMkLst>
          <pc:docMk/>
          <pc:sldMk cId="1858305362" sldId="259"/>
        </pc:sldMkLst>
        <pc:spChg chg="add mod">
          <ac:chgData name="西澤　奏都" userId="90190134-b31f-4132-babe-1b85b6be4fb9" providerId="ADAL" clId="{26ABE16E-35F6-461B-9B45-4258BE2CE09B}" dt="2025-12-02T07:58:56.946" v="5375" actId="1076"/>
          <ac:spMkLst>
            <pc:docMk/>
            <pc:sldMk cId="1858305362" sldId="259"/>
            <ac:spMk id="3" creationId="{57CB6AC9-5FEA-0370-AD55-3B42B818FAFE}"/>
          </ac:spMkLst>
        </pc:spChg>
        <pc:spChg chg="del">
          <ac:chgData name="西澤　奏都" userId="90190134-b31f-4132-babe-1b85b6be4fb9" providerId="ADAL" clId="{26ABE16E-35F6-461B-9B45-4258BE2CE09B}" dt="2025-12-02T02:30:19.545" v="2485" actId="478"/>
          <ac:spMkLst>
            <pc:docMk/>
            <pc:sldMk cId="1858305362" sldId="259"/>
            <ac:spMk id="4" creationId="{AA9C7C6A-50D6-9577-A8B9-4C840543CEBC}"/>
          </ac:spMkLst>
        </pc:spChg>
        <pc:spChg chg="add mod">
          <ac:chgData name="西澤　奏都" userId="90190134-b31f-4132-babe-1b85b6be4fb9" providerId="ADAL" clId="{26ABE16E-35F6-461B-9B45-4258BE2CE09B}" dt="2025-12-02T07:59:31.907" v="5380" actId="1076"/>
          <ac:spMkLst>
            <pc:docMk/>
            <pc:sldMk cId="1858305362" sldId="259"/>
            <ac:spMk id="4" creationId="{E50497DB-12C6-2539-0CC2-95B5149D8A3B}"/>
          </ac:spMkLst>
        </pc:spChg>
        <pc:spChg chg="mod ord">
          <ac:chgData name="西澤　奏都" userId="90190134-b31f-4132-babe-1b85b6be4fb9" providerId="ADAL" clId="{26ABE16E-35F6-461B-9B45-4258BE2CE09B}" dt="2025-12-02T02:40:57.795" v="2541" actId="3064"/>
          <ac:spMkLst>
            <pc:docMk/>
            <pc:sldMk cId="1858305362" sldId="259"/>
            <ac:spMk id="5" creationId="{DAB51BEC-D50D-EAAC-04D5-7D9EAACC9502}"/>
          </ac:spMkLst>
        </pc:spChg>
        <pc:spChg chg="mod">
          <ac:chgData name="西澤　奏都" userId="90190134-b31f-4132-babe-1b85b6be4fb9" providerId="ADAL" clId="{26ABE16E-35F6-461B-9B45-4258BE2CE09B}" dt="2025-12-02T07:59:21.942" v="5379"/>
          <ac:spMkLst>
            <pc:docMk/>
            <pc:sldMk cId="1858305362" sldId="259"/>
            <ac:spMk id="7" creationId="{9120A803-9303-501D-7E37-5369802FEC2F}"/>
          </ac:spMkLst>
        </pc:spChg>
        <pc:spChg chg="mod">
          <ac:chgData name="西澤　奏都" userId="90190134-b31f-4132-babe-1b85b6be4fb9" providerId="ADAL" clId="{26ABE16E-35F6-461B-9B45-4258BE2CE09B}" dt="2025-12-02T07:59:21.942" v="5379"/>
          <ac:spMkLst>
            <pc:docMk/>
            <pc:sldMk cId="1858305362" sldId="259"/>
            <ac:spMk id="9" creationId="{ACE5030C-4D7B-7D91-C62A-6C3033211903}"/>
          </ac:spMkLst>
        </pc:spChg>
        <pc:spChg chg="mod">
          <ac:chgData name="西澤　奏都" userId="90190134-b31f-4132-babe-1b85b6be4fb9" providerId="ADAL" clId="{26ABE16E-35F6-461B-9B45-4258BE2CE09B}" dt="2025-12-02T07:59:21.942" v="5379"/>
          <ac:spMkLst>
            <pc:docMk/>
            <pc:sldMk cId="1858305362" sldId="259"/>
            <ac:spMk id="10" creationId="{6921201F-EDCB-1593-C5EE-4CCBF3399C33}"/>
          </ac:spMkLst>
        </pc:spChg>
        <pc:spChg chg="mod">
          <ac:chgData name="西澤　奏都" userId="90190134-b31f-4132-babe-1b85b6be4fb9" providerId="ADAL" clId="{26ABE16E-35F6-461B-9B45-4258BE2CE09B}" dt="2025-12-03T04:50:54.413" v="5841" actId="20577"/>
          <ac:spMkLst>
            <pc:docMk/>
            <pc:sldMk cId="1858305362" sldId="259"/>
            <ac:spMk id="13" creationId="{98FD8AC3-FF67-372D-F0E3-BB87B7E8DC12}"/>
          </ac:spMkLst>
        </pc:spChg>
        <pc:spChg chg="mod">
          <ac:chgData name="西澤　奏都" userId="90190134-b31f-4132-babe-1b85b6be4fb9" providerId="ADAL" clId="{26ABE16E-35F6-461B-9B45-4258BE2CE09B}" dt="2025-12-02T08:00:14.452" v="5385" actId="14100"/>
          <ac:spMkLst>
            <pc:docMk/>
            <pc:sldMk cId="1858305362" sldId="259"/>
            <ac:spMk id="15" creationId="{4B3F5643-5D11-F387-BE98-3EBDEB366932}"/>
          </ac:spMkLst>
        </pc:spChg>
        <pc:spChg chg="mod">
          <ac:chgData name="西澤　奏都" userId="90190134-b31f-4132-babe-1b85b6be4fb9" providerId="ADAL" clId="{26ABE16E-35F6-461B-9B45-4258BE2CE09B}" dt="2025-12-02T08:31:28.609" v="5455" actId="12789"/>
          <ac:spMkLst>
            <pc:docMk/>
            <pc:sldMk cId="1858305362" sldId="259"/>
            <ac:spMk id="17" creationId="{B6B6B215-4C83-67AC-0038-3AA34A511FA9}"/>
          </ac:spMkLst>
        </pc:spChg>
        <pc:spChg chg="del mod">
          <ac:chgData name="西澤　奏都" userId="90190134-b31f-4132-babe-1b85b6be4fb9" providerId="ADAL" clId="{26ABE16E-35F6-461B-9B45-4258BE2CE09B}" dt="2025-12-02T02:53:25.917" v="2634" actId="478"/>
          <ac:spMkLst>
            <pc:docMk/>
            <pc:sldMk cId="1858305362" sldId="259"/>
            <ac:spMk id="25" creationId="{32DE9DCD-7CB7-52DC-2B28-48B97EE12754}"/>
          </ac:spMkLst>
        </pc:spChg>
        <pc:spChg chg="mod">
          <ac:chgData name="西澤　奏都" userId="90190134-b31f-4132-babe-1b85b6be4fb9" providerId="ADAL" clId="{26ABE16E-35F6-461B-9B45-4258BE2CE09B}" dt="2025-12-02T07:57:03.591" v="5370" actId="1076"/>
          <ac:spMkLst>
            <pc:docMk/>
            <pc:sldMk cId="1858305362" sldId="259"/>
            <ac:spMk id="27" creationId="{303261F7-B14D-6566-8EF7-36AC2563847E}"/>
          </ac:spMkLst>
        </pc:spChg>
        <pc:spChg chg="mod ord">
          <ac:chgData name="西澤　奏都" userId="90190134-b31f-4132-babe-1b85b6be4fb9" providerId="ADAL" clId="{26ABE16E-35F6-461B-9B45-4258BE2CE09B}" dt="2025-12-02T02:40:57.795" v="2541" actId="3064"/>
          <ac:spMkLst>
            <pc:docMk/>
            <pc:sldMk cId="1858305362" sldId="259"/>
            <ac:spMk id="28" creationId="{969C18AA-7DF5-DB8D-06AC-131CA578590C}"/>
          </ac:spMkLst>
        </pc:spChg>
        <pc:spChg chg="add mod">
          <ac:chgData name="西澤　奏都" userId="90190134-b31f-4132-babe-1b85b6be4fb9" providerId="ADAL" clId="{26ABE16E-35F6-461B-9B45-4258BE2CE09B}" dt="2025-12-02T08:31:28.609" v="5455" actId="12789"/>
          <ac:spMkLst>
            <pc:docMk/>
            <pc:sldMk cId="1858305362" sldId="259"/>
            <ac:spMk id="29" creationId="{4E02A548-37E3-724D-361E-43B3925B4A05}"/>
          </ac:spMkLst>
        </pc:spChg>
        <pc:spChg chg="mod">
          <ac:chgData name="西澤　奏都" userId="90190134-b31f-4132-babe-1b85b6be4fb9" providerId="ADAL" clId="{26ABE16E-35F6-461B-9B45-4258BE2CE09B}" dt="2025-12-02T08:00:03.683" v="5383" actId="1076"/>
          <ac:spMkLst>
            <pc:docMk/>
            <pc:sldMk cId="1858305362" sldId="259"/>
            <ac:spMk id="33" creationId="{64C8E71A-AEF3-0A85-B679-E4FABDF3F2FD}"/>
          </ac:spMkLst>
        </pc:spChg>
        <pc:grpChg chg="add mod">
          <ac:chgData name="西澤　奏都" userId="90190134-b31f-4132-babe-1b85b6be4fb9" providerId="ADAL" clId="{26ABE16E-35F6-461B-9B45-4258BE2CE09B}" dt="2025-12-02T07:59:31.907" v="5380" actId="1076"/>
          <ac:grpSpMkLst>
            <pc:docMk/>
            <pc:sldMk cId="1858305362" sldId="259"/>
            <ac:grpSpMk id="6" creationId="{34467CFA-F004-0C38-397E-16C1B60DA1CD}"/>
          </ac:grpSpMkLst>
        </pc:grpChg>
        <pc:picChg chg="mod">
          <ac:chgData name="西澤　奏都" userId="90190134-b31f-4132-babe-1b85b6be4fb9" providerId="ADAL" clId="{26ABE16E-35F6-461B-9B45-4258BE2CE09B}" dt="2025-12-02T07:58:49.771" v="5374" actId="1076"/>
          <ac:picMkLst>
            <pc:docMk/>
            <pc:sldMk cId="1858305362" sldId="259"/>
            <ac:picMk id="8" creationId="{AF361D6E-94A6-12F3-CACA-E8A17AD07D21}"/>
          </ac:picMkLst>
        </pc:picChg>
      </pc:sldChg>
      <pc:sldChg chg="add">
        <pc:chgData name="西澤　奏都" userId="90190134-b31f-4132-babe-1b85b6be4fb9" providerId="ADAL" clId="{26ABE16E-35F6-461B-9B45-4258BE2CE09B}" dt="2025-12-02T06:14:29.349" v="4001"/>
        <pc:sldMkLst>
          <pc:docMk/>
          <pc:sldMk cId="848208223" sldId="260"/>
        </pc:sldMkLst>
      </pc:sldChg>
      <pc:sldChg chg="delSp modSp del mod ord modShow chgLayout">
        <pc:chgData name="西澤　奏都" userId="90190134-b31f-4132-babe-1b85b6be4fb9" providerId="ADAL" clId="{26ABE16E-35F6-461B-9B45-4258BE2CE09B}" dt="2025-12-02T06:14:25.303" v="4000" actId="2696"/>
        <pc:sldMkLst>
          <pc:docMk/>
          <pc:sldMk cId="1576992482" sldId="260"/>
        </pc:sldMkLst>
        <pc:spChg chg="del">
          <ac:chgData name="西澤　奏都" userId="90190134-b31f-4132-babe-1b85b6be4fb9" providerId="ADAL" clId="{26ABE16E-35F6-461B-9B45-4258BE2CE09B}" dt="2025-12-02T02:30:22.588" v="2486" actId="478"/>
          <ac:spMkLst>
            <pc:docMk/>
            <pc:sldMk cId="1576992482" sldId="260"/>
            <ac:spMk id="4" creationId="{25206DCC-4ABE-5311-3C58-62ED92583630}"/>
          </ac:spMkLst>
        </pc:spChg>
        <pc:spChg chg="mod ord">
          <ac:chgData name="西澤　奏都" userId="90190134-b31f-4132-babe-1b85b6be4fb9" providerId="ADAL" clId="{26ABE16E-35F6-461B-9B45-4258BE2CE09B}" dt="2025-12-02T02:41:06.054" v="2542" actId="3064"/>
          <ac:spMkLst>
            <pc:docMk/>
            <pc:sldMk cId="1576992482" sldId="260"/>
            <ac:spMk id="5" creationId="{9A7DE93A-B254-648D-B24D-95F644F8CEEA}"/>
          </ac:spMkLst>
        </pc:spChg>
        <pc:spChg chg="mod">
          <ac:chgData name="西澤　奏都" userId="90190134-b31f-4132-babe-1b85b6be4fb9" providerId="ADAL" clId="{26ABE16E-35F6-461B-9B45-4258BE2CE09B}" dt="2025-12-02T02:41:06.054" v="2542" actId="3064"/>
          <ac:spMkLst>
            <pc:docMk/>
            <pc:sldMk cId="1576992482" sldId="260"/>
            <ac:spMk id="6" creationId="{A1CB40EB-0F35-7FFE-8166-4903C18A5EFA}"/>
          </ac:spMkLst>
        </pc:spChg>
        <pc:spChg chg="mod">
          <ac:chgData name="西澤　奏都" userId="90190134-b31f-4132-babe-1b85b6be4fb9" providerId="ADAL" clId="{26ABE16E-35F6-461B-9B45-4258BE2CE09B}" dt="2025-12-02T02:41:06.054" v="2542" actId="3064"/>
          <ac:spMkLst>
            <pc:docMk/>
            <pc:sldMk cId="1576992482" sldId="260"/>
            <ac:spMk id="9" creationId="{0889F173-90E0-9978-4DFB-E7C3FB15F6B9}"/>
          </ac:spMkLst>
        </pc:spChg>
        <pc:spChg chg="mod">
          <ac:chgData name="西澤　奏都" userId="90190134-b31f-4132-babe-1b85b6be4fb9" providerId="ADAL" clId="{26ABE16E-35F6-461B-9B45-4258BE2CE09B}" dt="2025-12-02T02:41:06.054" v="2542" actId="3064"/>
          <ac:spMkLst>
            <pc:docMk/>
            <pc:sldMk cId="1576992482" sldId="260"/>
            <ac:spMk id="10" creationId="{6DC49C8C-4016-5EF6-B956-1B3862E8C90B}"/>
          </ac:spMkLst>
        </pc:spChg>
        <pc:spChg chg="del mod">
          <ac:chgData name="西澤　奏都" userId="90190134-b31f-4132-babe-1b85b6be4fb9" providerId="ADAL" clId="{26ABE16E-35F6-461B-9B45-4258BE2CE09B}" dt="2025-12-02T02:59:07.598" v="2662" actId="478"/>
          <ac:spMkLst>
            <pc:docMk/>
            <pc:sldMk cId="1576992482" sldId="260"/>
            <ac:spMk id="12" creationId="{34E3875C-1344-9E01-F34A-26E603FEC9D7}"/>
          </ac:spMkLst>
        </pc:spChg>
        <pc:spChg chg="mod">
          <ac:chgData name="西澤　奏都" userId="90190134-b31f-4132-babe-1b85b6be4fb9" providerId="ADAL" clId="{26ABE16E-35F6-461B-9B45-4258BE2CE09B}" dt="2025-12-02T05:17:57.210" v="3277" actId="20577"/>
          <ac:spMkLst>
            <pc:docMk/>
            <pc:sldMk cId="1576992482" sldId="260"/>
            <ac:spMk id="13" creationId="{64658847-B963-7609-6324-47B2C6FD7EEF}"/>
          </ac:spMkLst>
        </pc:spChg>
        <pc:spChg chg="mod">
          <ac:chgData name="西澤　奏都" userId="90190134-b31f-4132-babe-1b85b6be4fb9" providerId="ADAL" clId="{26ABE16E-35F6-461B-9B45-4258BE2CE09B}" dt="2025-12-02T02:59:39.899" v="2668" actId="1076"/>
          <ac:spMkLst>
            <pc:docMk/>
            <pc:sldMk cId="1576992482" sldId="260"/>
            <ac:spMk id="14" creationId="{DF7BD714-26CE-C9C1-7E1A-A97A6977A8AC}"/>
          </ac:spMkLst>
        </pc:spChg>
        <pc:spChg chg="mod">
          <ac:chgData name="西澤　奏都" userId="90190134-b31f-4132-babe-1b85b6be4fb9" providerId="ADAL" clId="{26ABE16E-35F6-461B-9B45-4258BE2CE09B}" dt="2025-12-02T02:58:46.149" v="2659" actId="14100"/>
          <ac:spMkLst>
            <pc:docMk/>
            <pc:sldMk cId="1576992482" sldId="260"/>
            <ac:spMk id="15" creationId="{C40A361A-2290-7B43-DD2A-915B21271644}"/>
          </ac:spMkLst>
        </pc:spChg>
        <pc:spChg chg="mod ord">
          <ac:chgData name="西澤　奏都" userId="90190134-b31f-4132-babe-1b85b6be4fb9" providerId="ADAL" clId="{26ABE16E-35F6-461B-9B45-4258BE2CE09B}" dt="2025-12-02T02:41:06.054" v="2542" actId="3064"/>
          <ac:spMkLst>
            <pc:docMk/>
            <pc:sldMk cId="1576992482" sldId="260"/>
            <ac:spMk id="16" creationId="{9342D85B-4EE6-2392-B9C3-62880DE91C99}"/>
          </ac:spMkLst>
        </pc:spChg>
        <pc:spChg chg="del mod">
          <ac:chgData name="西澤　奏都" userId="90190134-b31f-4132-babe-1b85b6be4fb9" providerId="ADAL" clId="{26ABE16E-35F6-461B-9B45-4258BE2CE09B}" dt="2025-12-02T02:58:09.590" v="2654" actId="478"/>
          <ac:spMkLst>
            <pc:docMk/>
            <pc:sldMk cId="1576992482" sldId="260"/>
            <ac:spMk id="25" creationId="{B87C23A2-BFAA-2282-B6A7-8E5B6258EDB5}"/>
          </ac:spMkLst>
        </pc:spChg>
        <pc:spChg chg="mod">
          <ac:chgData name="西澤　奏都" userId="90190134-b31f-4132-babe-1b85b6be4fb9" providerId="ADAL" clId="{26ABE16E-35F6-461B-9B45-4258BE2CE09B}" dt="2025-12-02T02:58:57.819" v="2660" actId="14100"/>
          <ac:spMkLst>
            <pc:docMk/>
            <pc:sldMk cId="1576992482" sldId="260"/>
            <ac:spMk id="27" creationId="{84400067-5B67-C9F3-4221-138FE2F8A26C}"/>
          </ac:spMkLst>
        </pc:spChg>
        <pc:spChg chg="mod">
          <ac:chgData name="西澤　奏都" userId="90190134-b31f-4132-babe-1b85b6be4fb9" providerId="ADAL" clId="{26ABE16E-35F6-461B-9B45-4258BE2CE09B}" dt="2025-12-02T05:17:53.258" v="3273" actId="20577"/>
          <ac:spMkLst>
            <pc:docMk/>
            <pc:sldMk cId="1576992482" sldId="260"/>
            <ac:spMk id="33" creationId="{EC0C3F4A-123B-BA1D-FF84-F781A36B6D8A}"/>
          </ac:spMkLst>
        </pc:spChg>
        <pc:grpChg chg="del">
          <ac:chgData name="西澤　奏都" userId="90190134-b31f-4132-babe-1b85b6be4fb9" providerId="ADAL" clId="{26ABE16E-35F6-461B-9B45-4258BE2CE09B}" dt="2025-12-02T02:59:07.598" v="2662" actId="478"/>
          <ac:grpSpMkLst>
            <pc:docMk/>
            <pc:sldMk cId="1576992482" sldId="260"/>
            <ac:grpSpMk id="11" creationId="{C7BA863F-CFD5-9151-1BCD-DEE038A6162C}"/>
          </ac:grpSpMkLst>
        </pc:grpChg>
        <pc:picChg chg="mod">
          <ac:chgData name="西澤　奏都" userId="90190134-b31f-4132-babe-1b85b6be4fb9" providerId="ADAL" clId="{26ABE16E-35F6-461B-9B45-4258BE2CE09B}" dt="2025-12-02T02:58:46.149" v="2659" actId="14100"/>
          <ac:picMkLst>
            <pc:docMk/>
            <pc:sldMk cId="1576992482" sldId="260"/>
            <ac:picMk id="3" creationId="{C6EF90E9-ECFC-C499-72ED-DC7E2227575B}"/>
          </ac:picMkLst>
        </pc:picChg>
      </pc:sldChg>
      <pc:sldChg chg="addSp delSp modSp mod chgLayout modNotesTx">
        <pc:chgData name="西澤　奏都" userId="90190134-b31f-4132-babe-1b85b6be4fb9" providerId="ADAL" clId="{26ABE16E-35F6-461B-9B45-4258BE2CE09B}" dt="2025-12-02T08:05:36.666" v="5399" actId="1076"/>
        <pc:sldMkLst>
          <pc:docMk/>
          <pc:sldMk cId="2886331720" sldId="261"/>
        </pc:sldMkLst>
        <pc:spChg chg="add del mod">
          <ac:chgData name="西澤　奏都" userId="90190134-b31f-4132-babe-1b85b6be4fb9" providerId="ADAL" clId="{26ABE16E-35F6-461B-9B45-4258BE2CE09B}" dt="2025-12-02T08:05:13.700" v="5393" actId="478"/>
          <ac:spMkLst>
            <pc:docMk/>
            <pc:sldMk cId="2886331720" sldId="261"/>
            <ac:spMk id="2" creationId="{B123F74B-26C2-0D0D-D965-0833C1266168}"/>
          </ac:spMkLst>
        </pc:spChg>
        <pc:spChg chg="mod">
          <ac:chgData name="西澤　奏都" userId="90190134-b31f-4132-babe-1b85b6be4fb9" providerId="ADAL" clId="{26ABE16E-35F6-461B-9B45-4258BE2CE09B}" dt="2025-12-02T05:14:22.870" v="3194"/>
          <ac:spMkLst>
            <pc:docMk/>
            <pc:sldMk cId="2886331720" sldId="261"/>
            <ac:spMk id="4" creationId="{1C77E04A-264D-CB81-F35A-4526183DB926}"/>
          </ac:spMkLst>
        </pc:spChg>
        <pc:spChg chg="del">
          <ac:chgData name="西澤　奏都" userId="90190134-b31f-4132-babe-1b85b6be4fb9" providerId="ADAL" clId="{26ABE16E-35F6-461B-9B45-4258BE2CE09B}" dt="2025-12-02T02:30:26.877" v="2487" actId="478"/>
          <ac:spMkLst>
            <pc:docMk/>
            <pc:sldMk cId="2886331720" sldId="261"/>
            <ac:spMk id="4" creationId="{83CA2749-8111-2D01-25D7-BCA27546A214}"/>
          </ac:spMkLst>
        </pc:spChg>
        <pc:spChg chg="mod ord">
          <ac:chgData name="西澤　奏都" userId="90190134-b31f-4132-babe-1b85b6be4fb9" providerId="ADAL" clId="{26ABE16E-35F6-461B-9B45-4258BE2CE09B}" dt="2025-12-02T02:41:44.520" v="2547" actId="3064"/>
          <ac:spMkLst>
            <pc:docMk/>
            <pc:sldMk cId="2886331720" sldId="261"/>
            <ac:spMk id="5" creationId="{4724C740-1A39-4DD8-953B-78252E956544}"/>
          </ac:spMkLst>
        </pc:spChg>
        <pc:spChg chg="mod">
          <ac:chgData name="西澤　奏都" userId="90190134-b31f-4132-babe-1b85b6be4fb9" providerId="ADAL" clId="{26ABE16E-35F6-461B-9B45-4258BE2CE09B}" dt="2025-12-02T05:14:22.870" v="3194"/>
          <ac:spMkLst>
            <pc:docMk/>
            <pc:sldMk cId="2886331720" sldId="261"/>
            <ac:spMk id="6" creationId="{9B416390-A369-6767-AACC-C7147B13D2AC}"/>
          </ac:spMkLst>
        </pc:spChg>
        <pc:spChg chg="mod">
          <ac:chgData name="西澤　奏都" userId="90190134-b31f-4132-babe-1b85b6be4fb9" providerId="ADAL" clId="{26ABE16E-35F6-461B-9B45-4258BE2CE09B}" dt="2025-12-02T05:14:22.870" v="3194"/>
          <ac:spMkLst>
            <pc:docMk/>
            <pc:sldMk cId="2886331720" sldId="261"/>
            <ac:spMk id="7" creationId="{8738EFA2-0AE1-57D8-15C1-4219290D521A}"/>
          </ac:spMkLst>
        </pc:spChg>
        <pc:spChg chg="mod">
          <ac:chgData name="西澤　奏都" userId="90190134-b31f-4132-babe-1b85b6be4fb9" providerId="ADAL" clId="{26ABE16E-35F6-461B-9B45-4258BE2CE09B}" dt="2025-12-02T06:04:04.740" v="3872" actId="1076"/>
          <ac:spMkLst>
            <pc:docMk/>
            <pc:sldMk cId="2886331720" sldId="261"/>
            <ac:spMk id="8" creationId="{58B89568-8AD2-2D9C-71ED-D8C781CD5AB0}"/>
          </ac:spMkLst>
        </pc:spChg>
        <pc:spChg chg="del mod">
          <ac:chgData name="西澤　奏都" userId="90190134-b31f-4132-babe-1b85b6be4fb9" providerId="ADAL" clId="{26ABE16E-35F6-461B-9B45-4258BE2CE09B}" dt="2025-12-02T03:00:12.649" v="2669" actId="478"/>
          <ac:spMkLst>
            <pc:docMk/>
            <pc:sldMk cId="2886331720" sldId="261"/>
            <ac:spMk id="17" creationId="{CF7DC5AA-6CC6-465E-A170-0D1F2C7CFF76}"/>
          </ac:spMkLst>
        </pc:spChg>
        <pc:spChg chg="mod">
          <ac:chgData name="西澤　奏都" userId="90190134-b31f-4132-babe-1b85b6be4fb9" providerId="ADAL" clId="{26ABE16E-35F6-461B-9B45-4258BE2CE09B}" dt="2025-12-02T06:04:04.740" v="3872" actId="1076"/>
          <ac:spMkLst>
            <pc:docMk/>
            <pc:sldMk cId="2886331720" sldId="261"/>
            <ac:spMk id="20" creationId="{3CE05ABB-458C-603B-FFCD-0133A1C960A2}"/>
          </ac:spMkLst>
        </pc:spChg>
        <pc:spChg chg="mod">
          <ac:chgData name="西澤　奏都" userId="90190134-b31f-4132-babe-1b85b6be4fb9" providerId="ADAL" clId="{26ABE16E-35F6-461B-9B45-4258BE2CE09B}" dt="2025-12-02T02:41:44.520" v="2547" actId="3064"/>
          <ac:spMkLst>
            <pc:docMk/>
            <pc:sldMk cId="2886331720" sldId="261"/>
            <ac:spMk id="22" creationId="{BB3FE10D-7A61-E54D-46D5-A10A11EB48FC}"/>
          </ac:spMkLst>
        </pc:spChg>
        <pc:spChg chg="mod">
          <ac:chgData name="西澤　奏都" userId="90190134-b31f-4132-babe-1b85b6be4fb9" providerId="ADAL" clId="{26ABE16E-35F6-461B-9B45-4258BE2CE09B}" dt="2025-12-02T02:41:44.520" v="2547" actId="3064"/>
          <ac:spMkLst>
            <pc:docMk/>
            <pc:sldMk cId="2886331720" sldId="261"/>
            <ac:spMk id="23" creationId="{EDC1638D-4D51-17E4-5A40-37387387E1D1}"/>
          </ac:spMkLst>
        </pc:spChg>
        <pc:spChg chg="mod">
          <ac:chgData name="西澤　奏都" userId="90190134-b31f-4132-babe-1b85b6be4fb9" providerId="ADAL" clId="{26ABE16E-35F6-461B-9B45-4258BE2CE09B}" dt="2025-12-02T02:41:44.520" v="2547" actId="3064"/>
          <ac:spMkLst>
            <pc:docMk/>
            <pc:sldMk cId="2886331720" sldId="261"/>
            <ac:spMk id="26" creationId="{895CB797-D63A-8F9C-7496-2815FC73D1DC}"/>
          </ac:spMkLst>
        </pc:spChg>
        <pc:spChg chg="mod">
          <ac:chgData name="西澤　奏都" userId="90190134-b31f-4132-babe-1b85b6be4fb9" providerId="ADAL" clId="{26ABE16E-35F6-461B-9B45-4258BE2CE09B}" dt="2025-12-02T02:41:44.520" v="2547" actId="3064"/>
          <ac:spMkLst>
            <pc:docMk/>
            <pc:sldMk cId="2886331720" sldId="261"/>
            <ac:spMk id="28" creationId="{3FAC8002-CC96-F0F3-926A-43A3BFA7AE95}"/>
          </ac:spMkLst>
        </pc:spChg>
        <pc:spChg chg="del">
          <ac:chgData name="西澤　奏都" userId="90190134-b31f-4132-babe-1b85b6be4fb9" providerId="ADAL" clId="{26ABE16E-35F6-461B-9B45-4258BE2CE09B}" dt="2025-12-02T01:01:00.627" v="1849" actId="478"/>
          <ac:spMkLst>
            <pc:docMk/>
            <pc:sldMk cId="2886331720" sldId="261"/>
            <ac:spMk id="29" creationId="{0AD07782-882D-EDA8-1390-611CAF3C576A}"/>
          </ac:spMkLst>
        </pc:spChg>
        <pc:spChg chg="mod ord">
          <ac:chgData name="西澤　奏都" userId="90190134-b31f-4132-babe-1b85b6be4fb9" providerId="ADAL" clId="{26ABE16E-35F6-461B-9B45-4258BE2CE09B}" dt="2025-12-02T02:41:44.520" v="2547" actId="3064"/>
          <ac:spMkLst>
            <pc:docMk/>
            <pc:sldMk cId="2886331720" sldId="261"/>
            <ac:spMk id="31" creationId="{CE55CB7C-3CDC-61C2-AA48-880C064187CF}"/>
          </ac:spMkLst>
        </pc:spChg>
        <pc:spChg chg="add mod">
          <ac:chgData name="西澤　奏都" userId="90190134-b31f-4132-babe-1b85b6be4fb9" providerId="ADAL" clId="{26ABE16E-35F6-461B-9B45-4258BE2CE09B}" dt="2025-12-02T06:03:52.620" v="3871" actId="20577"/>
          <ac:spMkLst>
            <pc:docMk/>
            <pc:sldMk cId="2886331720" sldId="261"/>
            <ac:spMk id="32" creationId="{0A32CED8-1448-DB9A-B473-5AB7D7C6C9B3}"/>
          </ac:spMkLst>
        </pc:spChg>
        <pc:spChg chg="add mod">
          <ac:chgData name="西澤　奏都" userId="90190134-b31f-4132-babe-1b85b6be4fb9" providerId="ADAL" clId="{26ABE16E-35F6-461B-9B45-4258BE2CE09B}" dt="2025-12-02T07:28:19.048" v="5185" actId="1076"/>
          <ac:spMkLst>
            <pc:docMk/>
            <pc:sldMk cId="2886331720" sldId="261"/>
            <ac:spMk id="34" creationId="{B8432C60-D497-1D71-C1B9-EE7398935589}"/>
          </ac:spMkLst>
        </pc:spChg>
        <pc:grpChg chg="add del mod">
          <ac:chgData name="西澤　奏都" userId="90190134-b31f-4132-babe-1b85b6be4fb9" providerId="ADAL" clId="{26ABE16E-35F6-461B-9B45-4258BE2CE09B}" dt="2025-12-02T08:05:13.700" v="5393" actId="478"/>
          <ac:grpSpMkLst>
            <pc:docMk/>
            <pc:sldMk cId="2886331720" sldId="261"/>
            <ac:grpSpMk id="3" creationId="{259ECA73-76FC-A2B2-8BCC-699C42616C55}"/>
          </ac:grpSpMkLst>
        </pc:grpChg>
        <pc:grpChg chg="del">
          <ac:chgData name="西澤　奏都" userId="90190134-b31f-4132-babe-1b85b6be4fb9" providerId="ADAL" clId="{26ABE16E-35F6-461B-9B45-4258BE2CE09B}" dt="2025-12-02T03:00:12.649" v="2669" actId="478"/>
          <ac:grpSpMkLst>
            <pc:docMk/>
            <pc:sldMk cId="2886331720" sldId="261"/>
            <ac:grpSpMk id="21" creationId="{037AE860-0EB1-FF26-2CB4-A113AE60863F}"/>
          </ac:grpSpMkLst>
        </pc:grpChg>
        <pc:picChg chg="add mod">
          <ac:chgData name="西澤　奏都" userId="90190134-b31f-4132-babe-1b85b6be4fb9" providerId="ADAL" clId="{26ABE16E-35F6-461B-9B45-4258BE2CE09B}" dt="2025-12-02T08:05:36.666" v="5399" actId="1076"/>
          <ac:picMkLst>
            <pc:docMk/>
            <pc:sldMk cId="2886331720" sldId="261"/>
            <ac:picMk id="9" creationId="{04417F47-945B-583B-0539-5081BAAA1224}"/>
          </ac:picMkLst>
        </pc:picChg>
        <pc:picChg chg="del">
          <ac:chgData name="西澤　奏都" userId="90190134-b31f-4132-babe-1b85b6be4fb9" providerId="ADAL" clId="{26ABE16E-35F6-461B-9B45-4258BE2CE09B}" dt="2025-12-02T01:35:30.573" v="2272" actId="478"/>
          <ac:picMkLst>
            <pc:docMk/>
            <pc:sldMk cId="2886331720" sldId="261"/>
            <ac:picMk id="18" creationId="{DAD2F194-F5B7-71CC-3869-AE07E055B5D8}"/>
          </ac:picMkLst>
        </pc:picChg>
        <pc:picChg chg="add del mod">
          <ac:chgData name="西澤　奏都" userId="90190134-b31f-4132-babe-1b85b6be4fb9" providerId="ADAL" clId="{26ABE16E-35F6-461B-9B45-4258BE2CE09B}" dt="2025-12-02T05:13:49.395" v="3188" actId="478"/>
          <ac:picMkLst>
            <pc:docMk/>
            <pc:sldMk cId="2886331720" sldId="261"/>
            <ac:picMk id="30" creationId="{E7498A06-EFD2-5CA6-7BA7-7874868F89A2}"/>
          </ac:picMkLst>
        </pc:picChg>
      </pc:sldChg>
      <pc:sldChg chg="addSp delSp modSp mod chgLayout">
        <pc:chgData name="西澤　奏都" userId="90190134-b31f-4132-babe-1b85b6be4fb9" providerId="ADAL" clId="{26ABE16E-35F6-461B-9B45-4258BE2CE09B}" dt="2025-12-02T06:15:26.900" v="4022" actId="20577"/>
        <pc:sldMkLst>
          <pc:docMk/>
          <pc:sldMk cId="2557704008" sldId="262"/>
        </pc:sldMkLst>
        <pc:spChg chg="del">
          <ac:chgData name="西澤　奏都" userId="90190134-b31f-4132-babe-1b85b6be4fb9" providerId="ADAL" clId="{26ABE16E-35F6-461B-9B45-4258BE2CE09B}" dt="2025-12-02T02:30:29.924" v="2488" actId="478"/>
          <ac:spMkLst>
            <pc:docMk/>
            <pc:sldMk cId="2557704008" sldId="262"/>
            <ac:spMk id="4" creationId="{65550290-12ED-7BD8-7C46-023173A4A674}"/>
          </ac:spMkLst>
        </pc:spChg>
        <pc:spChg chg="mod ord">
          <ac:chgData name="西澤　奏都" userId="90190134-b31f-4132-babe-1b85b6be4fb9" providerId="ADAL" clId="{26ABE16E-35F6-461B-9B45-4258BE2CE09B}" dt="2025-12-02T02:41:57.648" v="2548" actId="3064"/>
          <ac:spMkLst>
            <pc:docMk/>
            <pc:sldMk cId="2557704008" sldId="262"/>
            <ac:spMk id="5" creationId="{2DCFA1C0-1DE6-4C2E-F6BF-E0AA190BFCA9}"/>
          </ac:spMkLst>
        </pc:spChg>
        <pc:spChg chg="mod">
          <ac:chgData name="西澤　奏都" userId="90190134-b31f-4132-babe-1b85b6be4fb9" providerId="ADAL" clId="{26ABE16E-35F6-461B-9B45-4258BE2CE09B}" dt="2025-12-02T06:15:26.900" v="4022" actId="20577"/>
          <ac:spMkLst>
            <pc:docMk/>
            <pc:sldMk cId="2557704008" sldId="262"/>
            <ac:spMk id="8" creationId="{28F46A0A-406A-1E0F-0F32-E6AEB277E36B}"/>
          </ac:spMkLst>
        </pc:spChg>
        <pc:spChg chg="mod ord">
          <ac:chgData name="西澤　奏都" userId="90190134-b31f-4132-babe-1b85b6be4fb9" providerId="ADAL" clId="{26ABE16E-35F6-461B-9B45-4258BE2CE09B}" dt="2025-12-02T02:41:57.648" v="2548" actId="3064"/>
          <ac:spMkLst>
            <pc:docMk/>
            <pc:sldMk cId="2557704008" sldId="262"/>
            <ac:spMk id="12" creationId="{BA1364F7-BD5A-C8F4-55F7-F77B4CBEA82C}"/>
          </ac:spMkLst>
        </pc:spChg>
        <pc:picChg chg="del mod">
          <ac:chgData name="西澤　奏都" userId="90190134-b31f-4132-babe-1b85b6be4fb9" providerId="ADAL" clId="{26ABE16E-35F6-461B-9B45-4258BE2CE09B}" dt="2025-12-02T01:36:09.851" v="2277" actId="478"/>
          <ac:picMkLst>
            <pc:docMk/>
            <pc:sldMk cId="2557704008" sldId="262"/>
            <ac:picMk id="6" creationId="{7CB0379C-EBA4-21B6-0CCC-08B42D2403EF}"/>
          </ac:picMkLst>
        </pc:picChg>
        <pc:picChg chg="add mod">
          <ac:chgData name="西澤　奏都" userId="90190134-b31f-4132-babe-1b85b6be4fb9" providerId="ADAL" clId="{26ABE16E-35F6-461B-9B45-4258BE2CE09B}" dt="2025-12-02T05:29:01.624" v="3374" actId="1076"/>
          <ac:picMkLst>
            <pc:docMk/>
            <pc:sldMk cId="2557704008" sldId="262"/>
            <ac:picMk id="11" creationId="{DFB4B872-6D32-A26F-4900-51933AEBC289}"/>
          </ac:picMkLst>
        </pc:picChg>
      </pc:sldChg>
      <pc:sldChg chg="delSp modSp mod chgLayout">
        <pc:chgData name="西澤　奏都" userId="90190134-b31f-4132-babe-1b85b6be4fb9" providerId="ADAL" clId="{26ABE16E-35F6-461B-9B45-4258BE2CE09B}" dt="2025-12-03T00:52:54.224" v="5476" actId="20577"/>
        <pc:sldMkLst>
          <pc:docMk/>
          <pc:sldMk cId="674048463" sldId="263"/>
        </pc:sldMkLst>
        <pc:spChg chg="del">
          <ac:chgData name="西澤　奏都" userId="90190134-b31f-4132-babe-1b85b6be4fb9" providerId="ADAL" clId="{26ABE16E-35F6-461B-9B45-4258BE2CE09B}" dt="2025-12-02T02:36:05.051" v="2527" actId="478"/>
          <ac:spMkLst>
            <pc:docMk/>
            <pc:sldMk cId="674048463" sldId="263"/>
            <ac:spMk id="4" creationId="{1FCE7F37-849D-6B1B-C306-4D117F49E836}"/>
          </ac:spMkLst>
        </pc:spChg>
        <pc:spChg chg="mod ord">
          <ac:chgData name="西澤　奏都" userId="90190134-b31f-4132-babe-1b85b6be4fb9" providerId="ADAL" clId="{26ABE16E-35F6-461B-9B45-4258BE2CE09B}" dt="2025-12-02T04:36:54.672" v="2870" actId="20577"/>
          <ac:spMkLst>
            <pc:docMk/>
            <pc:sldMk cId="674048463" sldId="263"/>
            <ac:spMk id="5" creationId="{6E47273E-5655-8BF1-C5A2-25C22ADDEFBB}"/>
          </ac:spMkLst>
        </pc:spChg>
        <pc:spChg chg="mod">
          <ac:chgData name="西澤　奏都" userId="90190134-b31f-4132-babe-1b85b6be4fb9" providerId="ADAL" clId="{26ABE16E-35F6-461B-9B45-4258BE2CE09B}" dt="2025-12-03T00:52:54.224" v="5476" actId="20577"/>
          <ac:spMkLst>
            <pc:docMk/>
            <pc:sldMk cId="674048463" sldId="263"/>
            <ac:spMk id="15" creationId="{ECDC8C3F-28EE-D686-E902-80FC076D7DF6}"/>
          </ac:spMkLst>
        </pc:spChg>
        <pc:spChg chg="mod ord">
          <ac:chgData name="西澤　奏都" userId="90190134-b31f-4132-babe-1b85b6be4fb9" providerId="ADAL" clId="{26ABE16E-35F6-461B-9B45-4258BE2CE09B}" dt="2025-12-02T02:38:50.455" v="2534" actId="700"/>
          <ac:spMkLst>
            <pc:docMk/>
            <pc:sldMk cId="674048463" sldId="263"/>
            <ac:spMk id="18" creationId="{9632588F-5EBA-4B1F-82A9-105DA0357EF3}"/>
          </ac:spMkLst>
        </pc:spChg>
        <pc:graphicFrameChg chg="mod modGraphic">
          <ac:chgData name="西澤　奏都" userId="90190134-b31f-4132-babe-1b85b6be4fb9" providerId="ADAL" clId="{26ABE16E-35F6-461B-9B45-4258BE2CE09B}" dt="2025-12-02T05:54:42.418" v="3861" actId="20577"/>
          <ac:graphicFrameMkLst>
            <pc:docMk/>
            <pc:sldMk cId="674048463" sldId="263"/>
            <ac:graphicFrameMk id="17" creationId="{49202055-6B2C-54A7-8F60-17F6F05293D6}"/>
          </ac:graphicFrameMkLst>
        </pc:graphicFrameChg>
      </pc:sldChg>
      <pc:sldChg chg="addSp delSp modSp mod modAnim chgLayout modNotesTx">
        <pc:chgData name="西澤　奏都" userId="90190134-b31f-4132-babe-1b85b6be4fb9" providerId="ADAL" clId="{26ABE16E-35F6-461B-9B45-4258BE2CE09B}" dt="2025-12-03T04:33:11.757" v="5558" actId="20577"/>
        <pc:sldMkLst>
          <pc:docMk/>
          <pc:sldMk cId="4289761129" sldId="264"/>
        </pc:sldMkLst>
        <pc:spChg chg="del">
          <ac:chgData name="西澤　奏都" userId="90190134-b31f-4132-babe-1b85b6be4fb9" providerId="ADAL" clId="{26ABE16E-35F6-461B-9B45-4258BE2CE09B}" dt="2025-12-02T02:35:45.782" v="2523" actId="478"/>
          <ac:spMkLst>
            <pc:docMk/>
            <pc:sldMk cId="4289761129" sldId="264"/>
            <ac:spMk id="4" creationId="{F453ACC9-D432-D4D5-BD02-25E61440E7CF}"/>
          </ac:spMkLst>
        </pc:spChg>
        <pc:spChg chg="mod ord">
          <ac:chgData name="西澤　奏都" userId="90190134-b31f-4132-babe-1b85b6be4fb9" providerId="ADAL" clId="{26ABE16E-35F6-461B-9B45-4258BE2CE09B}" dt="2025-12-02T02:43:12.023" v="2552" actId="3064"/>
          <ac:spMkLst>
            <pc:docMk/>
            <pc:sldMk cId="4289761129" sldId="264"/>
            <ac:spMk id="5" creationId="{637D8056-863B-D8D6-F345-D4782DDFF7D3}"/>
          </ac:spMkLst>
        </pc:spChg>
        <pc:spChg chg="mod">
          <ac:chgData name="西澤　奏都" userId="90190134-b31f-4132-babe-1b85b6be4fb9" providerId="ADAL" clId="{26ABE16E-35F6-461B-9B45-4258BE2CE09B}" dt="2025-12-02T02:43:12.023" v="2552" actId="3064"/>
          <ac:spMkLst>
            <pc:docMk/>
            <pc:sldMk cId="4289761129" sldId="264"/>
            <ac:spMk id="7" creationId="{CF459990-2348-400A-7762-58FFA235C7BF}"/>
          </ac:spMkLst>
        </pc:spChg>
        <pc:spChg chg="del mod">
          <ac:chgData name="西澤　奏都" userId="90190134-b31f-4132-babe-1b85b6be4fb9" providerId="ADAL" clId="{26ABE16E-35F6-461B-9B45-4258BE2CE09B}" dt="2025-12-02T03:04:38.810" v="2697" actId="478"/>
          <ac:spMkLst>
            <pc:docMk/>
            <pc:sldMk cId="4289761129" sldId="264"/>
            <ac:spMk id="8" creationId="{411407D3-C027-653D-E094-802FF30FB8DD}"/>
          </ac:spMkLst>
        </pc:spChg>
        <pc:spChg chg="mod">
          <ac:chgData name="西澤　奏都" userId="90190134-b31f-4132-babe-1b85b6be4fb9" providerId="ADAL" clId="{26ABE16E-35F6-461B-9B45-4258BE2CE09B}" dt="2025-12-02T03:05:01.680" v="2701" actId="1076"/>
          <ac:spMkLst>
            <pc:docMk/>
            <pc:sldMk cId="4289761129" sldId="264"/>
            <ac:spMk id="9" creationId="{2B76B0A2-4496-2C11-6EE0-7200663FE487}"/>
          </ac:spMkLst>
        </pc:spChg>
        <pc:spChg chg="mod ord">
          <ac:chgData name="西澤　奏都" userId="90190134-b31f-4132-babe-1b85b6be4fb9" providerId="ADAL" clId="{26ABE16E-35F6-461B-9B45-4258BE2CE09B}" dt="2025-12-02T02:43:12.023" v="2552" actId="3064"/>
          <ac:spMkLst>
            <pc:docMk/>
            <pc:sldMk cId="4289761129" sldId="264"/>
            <ac:spMk id="12" creationId="{34761849-8C3B-411E-8726-D78A464724EF}"/>
          </ac:spMkLst>
        </pc:spChg>
        <pc:picChg chg="add mod">
          <ac:chgData name="西澤　奏都" userId="90190134-b31f-4132-babe-1b85b6be4fb9" providerId="ADAL" clId="{26ABE16E-35F6-461B-9B45-4258BE2CE09B}" dt="2025-12-03T04:28:57.778" v="5529" actId="1076"/>
          <ac:picMkLst>
            <pc:docMk/>
            <pc:sldMk cId="4289761129" sldId="264"/>
            <ac:picMk id="2" creationId="{51A1D76F-F20E-DFC7-0B08-F6D1F0DE3D13}"/>
          </ac:picMkLst>
        </pc:picChg>
        <pc:picChg chg="del">
          <ac:chgData name="西澤　奏都" userId="90190134-b31f-4132-babe-1b85b6be4fb9" providerId="ADAL" clId="{26ABE16E-35F6-461B-9B45-4258BE2CE09B}" dt="2025-12-02T00:58:31.147" v="1844" actId="478"/>
          <ac:picMkLst>
            <pc:docMk/>
            <pc:sldMk cId="4289761129" sldId="264"/>
            <ac:picMk id="6" creationId="{38727F32-C640-76E6-3E78-634ED799C8F7}"/>
          </ac:picMkLst>
        </pc:picChg>
        <pc:picChg chg="add del mod">
          <ac:chgData name="西澤　奏都" userId="90190134-b31f-4132-babe-1b85b6be4fb9" providerId="ADAL" clId="{26ABE16E-35F6-461B-9B45-4258BE2CE09B}" dt="2025-12-02T03:11:09.954" v="2703" actId="478"/>
          <ac:picMkLst>
            <pc:docMk/>
            <pc:sldMk cId="4289761129" sldId="264"/>
            <ac:picMk id="11" creationId="{DC1CD49B-6C3A-211A-982C-8561574093EA}"/>
          </ac:picMkLst>
        </pc:picChg>
        <pc:picChg chg="add del mod modCrop">
          <ac:chgData name="西澤　奏都" userId="90190134-b31f-4132-babe-1b85b6be4fb9" providerId="ADAL" clId="{26ABE16E-35F6-461B-9B45-4258BE2CE09B}" dt="2025-12-03T04:26:35.630" v="5525" actId="478"/>
          <ac:picMkLst>
            <pc:docMk/>
            <pc:sldMk cId="4289761129" sldId="264"/>
            <ac:picMk id="14" creationId="{458673CA-7E28-6A97-A6ED-C77B0F9FFB8B}"/>
          </ac:picMkLst>
        </pc:picChg>
      </pc:sldChg>
      <pc:sldChg chg="addSp delSp modSp mod chgLayout modNotesTx">
        <pc:chgData name="西澤　奏都" userId="90190134-b31f-4132-babe-1b85b6be4fb9" providerId="ADAL" clId="{26ABE16E-35F6-461B-9B45-4258BE2CE09B}" dt="2025-12-03T04:54:47.869" v="5864" actId="1036"/>
        <pc:sldMkLst>
          <pc:docMk/>
          <pc:sldMk cId="2489902333" sldId="265"/>
        </pc:sldMkLst>
        <pc:spChg chg="del">
          <ac:chgData name="西澤　奏都" userId="90190134-b31f-4132-babe-1b85b6be4fb9" providerId="ADAL" clId="{26ABE16E-35F6-461B-9B45-4258BE2CE09B}" dt="2025-12-02T02:36:02.693" v="2526" actId="478"/>
          <ac:spMkLst>
            <pc:docMk/>
            <pc:sldMk cId="2489902333" sldId="265"/>
            <ac:spMk id="4" creationId="{4EDDA20D-CDBA-7A80-3CE7-CF0DF340A627}"/>
          </ac:spMkLst>
        </pc:spChg>
        <pc:spChg chg="mod ord">
          <ac:chgData name="西澤　奏都" userId="90190134-b31f-4132-babe-1b85b6be4fb9" providerId="ADAL" clId="{26ABE16E-35F6-461B-9B45-4258BE2CE09B}" dt="2025-12-02T02:43:02.830" v="2551" actId="3064"/>
          <ac:spMkLst>
            <pc:docMk/>
            <pc:sldMk cId="2489902333" sldId="265"/>
            <ac:spMk id="5" creationId="{4D940D86-BCB4-D011-D408-4599B1264E70}"/>
          </ac:spMkLst>
        </pc:spChg>
        <pc:spChg chg="mod">
          <ac:chgData name="西澤　奏都" userId="90190134-b31f-4132-babe-1b85b6be4fb9" providerId="ADAL" clId="{26ABE16E-35F6-461B-9B45-4258BE2CE09B}" dt="2025-12-03T04:54:47.869" v="5864" actId="1036"/>
          <ac:spMkLst>
            <pc:docMk/>
            <pc:sldMk cId="2489902333" sldId="265"/>
            <ac:spMk id="8" creationId="{621EF1F5-3BBF-6FB7-8311-64FB58E9897B}"/>
          </ac:spMkLst>
        </pc:spChg>
        <pc:spChg chg="mod">
          <ac:chgData name="西澤　奏都" userId="90190134-b31f-4132-babe-1b85b6be4fb9" providerId="ADAL" clId="{26ABE16E-35F6-461B-9B45-4258BE2CE09B}" dt="2025-12-03T04:54:47.869" v="5864" actId="1036"/>
          <ac:spMkLst>
            <pc:docMk/>
            <pc:sldMk cId="2489902333" sldId="265"/>
            <ac:spMk id="10" creationId="{915DAA42-6F24-BCD8-B52F-29BABA81D2E7}"/>
          </ac:spMkLst>
        </pc:spChg>
        <pc:spChg chg="mod">
          <ac:chgData name="西澤　奏都" userId="90190134-b31f-4132-babe-1b85b6be4fb9" providerId="ADAL" clId="{26ABE16E-35F6-461B-9B45-4258BE2CE09B}" dt="2025-12-03T04:54:47.869" v="5864" actId="1036"/>
          <ac:spMkLst>
            <pc:docMk/>
            <pc:sldMk cId="2489902333" sldId="265"/>
            <ac:spMk id="11" creationId="{7F5079D6-2137-EF2D-2496-55DAE51F90FE}"/>
          </ac:spMkLst>
        </pc:spChg>
        <pc:spChg chg="del mod">
          <ac:chgData name="西澤　奏都" userId="90190134-b31f-4132-babe-1b85b6be4fb9" providerId="ADAL" clId="{26ABE16E-35F6-461B-9B45-4258BE2CE09B}" dt="2025-12-02T03:02:07.792" v="2681" actId="478"/>
          <ac:spMkLst>
            <pc:docMk/>
            <pc:sldMk cId="2489902333" sldId="265"/>
            <ac:spMk id="12" creationId="{F4864876-A2EC-49CC-78A3-6212DC41E748}"/>
          </ac:spMkLst>
        </pc:spChg>
        <pc:spChg chg="mod">
          <ac:chgData name="西澤　奏都" userId="90190134-b31f-4132-babe-1b85b6be4fb9" providerId="ADAL" clId="{26ABE16E-35F6-461B-9B45-4258BE2CE09B}" dt="2025-12-03T04:54:47.869" v="5864" actId="1036"/>
          <ac:spMkLst>
            <pc:docMk/>
            <pc:sldMk cId="2489902333" sldId="265"/>
            <ac:spMk id="15" creationId="{AAB2B86B-B534-C4EF-3775-FBBEF0B66620}"/>
          </ac:spMkLst>
        </pc:spChg>
        <pc:spChg chg="mod">
          <ac:chgData name="西澤　奏都" userId="90190134-b31f-4132-babe-1b85b6be4fb9" providerId="ADAL" clId="{26ABE16E-35F6-461B-9B45-4258BE2CE09B}" dt="2025-12-03T04:54:47.869" v="5864" actId="1036"/>
          <ac:spMkLst>
            <pc:docMk/>
            <pc:sldMk cId="2489902333" sldId="265"/>
            <ac:spMk id="18" creationId="{DFF79A9D-5A83-30A3-9503-888EF5B00A34}"/>
          </ac:spMkLst>
        </pc:spChg>
        <pc:spChg chg="mod">
          <ac:chgData name="西澤　奏都" userId="90190134-b31f-4132-babe-1b85b6be4fb9" providerId="ADAL" clId="{26ABE16E-35F6-461B-9B45-4258BE2CE09B}" dt="2025-12-03T04:54:47.869" v="5864" actId="1036"/>
          <ac:spMkLst>
            <pc:docMk/>
            <pc:sldMk cId="2489902333" sldId="265"/>
            <ac:spMk id="19" creationId="{104E7EE2-4755-34DF-714D-AE0B145BAB1F}"/>
          </ac:spMkLst>
        </pc:spChg>
        <pc:spChg chg="del mod">
          <ac:chgData name="西澤　奏都" userId="90190134-b31f-4132-babe-1b85b6be4fb9" providerId="ADAL" clId="{26ABE16E-35F6-461B-9B45-4258BE2CE09B}" dt="2025-12-02T03:02:58.919" v="2688" actId="478"/>
          <ac:spMkLst>
            <pc:docMk/>
            <pc:sldMk cId="2489902333" sldId="265"/>
            <ac:spMk id="22" creationId="{528B4B6A-8B5D-75A1-9FD2-A9F4E3ADCFDF}"/>
          </ac:spMkLst>
        </pc:spChg>
        <pc:spChg chg="mod">
          <ac:chgData name="西澤　奏都" userId="90190134-b31f-4132-babe-1b85b6be4fb9" providerId="ADAL" clId="{26ABE16E-35F6-461B-9B45-4258BE2CE09B}" dt="2025-12-03T04:54:47.869" v="5864" actId="1036"/>
          <ac:spMkLst>
            <pc:docMk/>
            <pc:sldMk cId="2489902333" sldId="265"/>
            <ac:spMk id="24" creationId="{E02BB9F8-BFC2-D48A-DEDB-CB1D7EA74EFF}"/>
          </ac:spMkLst>
        </pc:spChg>
        <pc:spChg chg="mod">
          <ac:chgData name="西澤　奏都" userId="90190134-b31f-4132-babe-1b85b6be4fb9" providerId="ADAL" clId="{26ABE16E-35F6-461B-9B45-4258BE2CE09B}" dt="2025-12-03T04:54:47.869" v="5864" actId="1036"/>
          <ac:spMkLst>
            <pc:docMk/>
            <pc:sldMk cId="2489902333" sldId="265"/>
            <ac:spMk id="25" creationId="{3D2AA555-B0DF-5E6A-1670-60DDD82D081C}"/>
          </ac:spMkLst>
        </pc:spChg>
        <pc:spChg chg="add del mod">
          <ac:chgData name="西澤　奏都" userId="90190134-b31f-4132-babe-1b85b6be4fb9" providerId="ADAL" clId="{26ABE16E-35F6-461B-9B45-4258BE2CE09B}" dt="2025-12-02T05:43:12.149" v="3692" actId="478"/>
          <ac:spMkLst>
            <pc:docMk/>
            <pc:sldMk cId="2489902333" sldId="265"/>
            <ac:spMk id="27" creationId="{77F307D1-3741-A2C4-FFBB-72632FA843C8}"/>
          </ac:spMkLst>
        </pc:spChg>
        <pc:spChg chg="mod ord">
          <ac:chgData name="西澤　奏都" userId="90190134-b31f-4132-babe-1b85b6be4fb9" providerId="ADAL" clId="{26ABE16E-35F6-461B-9B45-4258BE2CE09B}" dt="2025-12-02T02:38:50.455" v="2534" actId="700"/>
          <ac:spMkLst>
            <pc:docMk/>
            <pc:sldMk cId="2489902333" sldId="265"/>
            <ac:spMk id="28" creationId="{42E3C430-C609-B4F2-9ECE-8C3172CD0E7B}"/>
          </ac:spMkLst>
        </pc:spChg>
        <pc:picChg chg="mod">
          <ac:chgData name="西澤　奏都" userId="90190134-b31f-4132-babe-1b85b6be4fb9" providerId="ADAL" clId="{26ABE16E-35F6-461B-9B45-4258BE2CE09B}" dt="2025-12-03T04:54:47.869" v="5864" actId="1036"/>
          <ac:picMkLst>
            <pc:docMk/>
            <pc:sldMk cId="2489902333" sldId="265"/>
            <ac:picMk id="3" creationId="{D00FDD9F-F945-B55B-774B-2B65938A5E91}"/>
          </ac:picMkLst>
        </pc:picChg>
        <pc:picChg chg="mod">
          <ac:chgData name="西澤　奏都" userId="90190134-b31f-4132-babe-1b85b6be4fb9" providerId="ADAL" clId="{26ABE16E-35F6-461B-9B45-4258BE2CE09B}" dt="2025-12-03T04:54:47.869" v="5864" actId="1036"/>
          <ac:picMkLst>
            <pc:docMk/>
            <pc:sldMk cId="2489902333" sldId="265"/>
            <ac:picMk id="6" creationId="{9C6F0F0C-B0B1-4EE6-DF12-75D24C30D6B9}"/>
          </ac:picMkLst>
        </pc:picChg>
      </pc:sldChg>
      <pc:sldChg chg="delSp modSp add mod ord modShow chgLayout modNotesTx">
        <pc:chgData name="西澤　奏都" userId="90190134-b31f-4132-babe-1b85b6be4fb9" providerId="ADAL" clId="{26ABE16E-35F6-461B-9B45-4258BE2CE09B}" dt="2025-12-02T03:31:52.392" v="2756"/>
        <pc:sldMkLst>
          <pc:docMk/>
          <pc:sldMk cId="2015994742" sldId="266"/>
        </pc:sldMkLst>
        <pc:spChg chg="mod ord">
          <ac:chgData name="西澤　奏都" userId="90190134-b31f-4132-babe-1b85b6be4fb9" providerId="ADAL" clId="{26ABE16E-35F6-461B-9B45-4258BE2CE09B}" dt="2025-12-02T02:43:20.576" v="2553" actId="3064"/>
          <ac:spMkLst>
            <pc:docMk/>
            <pc:sldMk cId="2015994742" sldId="266"/>
            <ac:spMk id="2" creationId="{C6A13F19-53C2-6137-E582-4D7FEB541365}"/>
          </ac:spMkLst>
        </pc:spChg>
        <pc:spChg chg="del">
          <ac:chgData name="西澤　奏都" userId="90190134-b31f-4132-babe-1b85b6be4fb9" providerId="ADAL" clId="{26ABE16E-35F6-461B-9B45-4258BE2CE09B}" dt="2025-12-02T02:36:48.940" v="2528" actId="478"/>
          <ac:spMkLst>
            <pc:docMk/>
            <pc:sldMk cId="2015994742" sldId="266"/>
            <ac:spMk id="4" creationId="{563ECB63-A66C-81FA-20B9-129F96C75E0D}"/>
          </ac:spMkLst>
        </pc:spChg>
        <pc:spChg chg="mod ord">
          <ac:chgData name="西澤　奏都" userId="90190134-b31f-4132-babe-1b85b6be4fb9" providerId="ADAL" clId="{26ABE16E-35F6-461B-9B45-4258BE2CE09B}" dt="2025-12-02T02:43:20.576" v="2553" actId="3064"/>
          <ac:spMkLst>
            <pc:docMk/>
            <pc:sldMk cId="2015994742" sldId="266"/>
            <ac:spMk id="5" creationId="{C7C72EDF-B2F9-0CA7-BDA8-F4742B41210C}"/>
          </ac:spMkLst>
        </pc:spChg>
        <pc:spChg chg="mod">
          <ac:chgData name="西澤　奏都" userId="90190134-b31f-4132-babe-1b85b6be4fb9" providerId="ADAL" clId="{26ABE16E-35F6-461B-9B45-4258BE2CE09B}" dt="2025-12-02T02:43:20.576" v="2553" actId="3064"/>
          <ac:spMkLst>
            <pc:docMk/>
            <pc:sldMk cId="2015994742" sldId="266"/>
            <ac:spMk id="15" creationId="{5995AF16-80BC-C7C2-699B-95403914DD85}"/>
          </ac:spMkLst>
        </pc:spChg>
      </pc:sldChg>
      <pc:sldChg chg="addSp delSp modSp add del mod chgLayout">
        <pc:chgData name="西澤　奏都" userId="90190134-b31f-4132-babe-1b85b6be4fb9" providerId="ADAL" clId="{26ABE16E-35F6-461B-9B45-4258BE2CE09B}" dt="2025-12-02T06:12:22.299" v="3971" actId="47"/>
        <pc:sldMkLst>
          <pc:docMk/>
          <pc:sldMk cId="320097555" sldId="267"/>
        </pc:sldMkLst>
        <pc:spChg chg="del">
          <ac:chgData name="西澤　奏都" userId="90190134-b31f-4132-babe-1b85b6be4fb9" providerId="ADAL" clId="{26ABE16E-35F6-461B-9B45-4258BE2CE09B}" dt="2025-12-02T02:35:49.721" v="2524" actId="478"/>
          <ac:spMkLst>
            <pc:docMk/>
            <pc:sldMk cId="320097555" sldId="267"/>
            <ac:spMk id="4" creationId="{93B7D035-220E-6F50-E300-C5E16B79FDD9}"/>
          </ac:spMkLst>
        </pc:spChg>
        <pc:spChg chg="mod ord">
          <ac:chgData name="西澤　奏都" userId="90190134-b31f-4132-babe-1b85b6be4fb9" providerId="ADAL" clId="{26ABE16E-35F6-461B-9B45-4258BE2CE09B}" dt="2025-12-02T02:43:54.811" v="2556" actId="3064"/>
          <ac:spMkLst>
            <pc:docMk/>
            <pc:sldMk cId="320097555" sldId="267"/>
            <ac:spMk id="5" creationId="{7BF8712A-6E9C-9B8A-603C-57EA2E5D9975}"/>
          </ac:spMkLst>
        </pc:spChg>
        <pc:spChg chg="mod ord">
          <ac:chgData name="西澤　奏都" userId="90190134-b31f-4132-babe-1b85b6be4fb9" providerId="ADAL" clId="{26ABE16E-35F6-461B-9B45-4258BE2CE09B}" dt="2025-12-02T02:38:50.455" v="2534" actId="700"/>
          <ac:spMkLst>
            <pc:docMk/>
            <pc:sldMk cId="320097555" sldId="267"/>
            <ac:spMk id="9" creationId="{82384F65-51AF-2E87-6482-B6652D118112}"/>
          </ac:spMkLst>
        </pc:spChg>
        <pc:spChg chg="mod">
          <ac:chgData name="西澤　奏都" userId="90190134-b31f-4132-babe-1b85b6be4fb9" providerId="ADAL" clId="{26ABE16E-35F6-461B-9B45-4258BE2CE09B}" dt="2025-12-02T06:09:08.918" v="3928" actId="20577"/>
          <ac:spMkLst>
            <pc:docMk/>
            <pc:sldMk cId="320097555" sldId="267"/>
            <ac:spMk id="15" creationId="{BBDCB03C-BEA2-3CD7-22C8-F56B9DEFA975}"/>
          </ac:spMkLst>
        </pc:spChg>
        <pc:graphicFrameChg chg="add mod modGraphic">
          <ac:chgData name="西澤　奏都" userId="90190134-b31f-4132-babe-1b85b6be4fb9" providerId="ADAL" clId="{26ABE16E-35F6-461B-9B45-4258BE2CE09B}" dt="2025-12-02T04:56:55.082" v="3013" actId="1076"/>
          <ac:graphicFrameMkLst>
            <pc:docMk/>
            <pc:sldMk cId="320097555" sldId="267"/>
            <ac:graphicFrameMk id="2" creationId="{FF3E9007-AAA6-DA85-0314-FC8974199EB2}"/>
          </ac:graphicFrameMkLst>
        </pc:graphicFrameChg>
        <pc:graphicFrameChg chg="add mod modGraphic">
          <ac:chgData name="西澤　奏都" userId="90190134-b31f-4132-babe-1b85b6be4fb9" providerId="ADAL" clId="{26ABE16E-35F6-461B-9B45-4258BE2CE09B}" dt="2025-12-02T06:09:10.600" v="3929" actId="14734"/>
          <ac:graphicFrameMkLst>
            <pc:docMk/>
            <pc:sldMk cId="320097555" sldId="267"/>
            <ac:graphicFrameMk id="4" creationId="{CFCCCC18-838F-1301-FD85-A30AB25F35A5}"/>
          </ac:graphicFrameMkLst>
        </pc:graphicFrameChg>
        <pc:graphicFrameChg chg="add mod modGraphic">
          <ac:chgData name="西澤　奏都" userId="90190134-b31f-4132-babe-1b85b6be4fb9" providerId="ADAL" clId="{26ABE16E-35F6-461B-9B45-4258BE2CE09B}" dt="2025-12-02T06:09:52.512" v="3935" actId="1076"/>
          <ac:graphicFrameMkLst>
            <pc:docMk/>
            <pc:sldMk cId="320097555" sldId="267"/>
            <ac:graphicFrameMk id="7" creationId="{BFF3FA0A-30F1-065E-DFDB-46B29FE4805F}"/>
          </ac:graphicFrameMkLst>
        </pc:graphicFrameChg>
      </pc:sldChg>
      <pc:sldChg chg="addSp delSp modSp add mod chgLayout modNotesTx">
        <pc:chgData name="西澤　奏都" userId="90190134-b31f-4132-babe-1b85b6be4fb9" providerId="ADAL" clId="{26ABE16E-35F6-461B-9B45-4258BE2CE09B}" dt="2025-12-03T04:46:46.215" v="5782" actId="14100"/>
        <pc:sldMkLst>
          <pc:docMk/>
          <pc:sldMk cId="4028662927" sldId="268"/>
        </pc:sldMkLst>
        <pc:spChg chg="add mod">
          <ac:chgData name="西澤　奏都" userId="90190134-b31f-4132-babe-1b85b6be4fb9" providerId="ADAL" clId="{26ABE16E-35F6-461B-9B45-4258BE2CE09B}" dt="2025-12-03T04:46:34.016" v="5780" actId="1076"/>
          <ac:spMkLst>
            <pc:docMk/>
            <pc:sldMk cId="4028662927" sldId="268"/>
            <ac:spMk id="2" creationId="{FF82EDE1-3624-117F-3165-F475C421E895}"/>
          </ac:spMkLst>
        </pc:spChg>
        <pc:spChg chg="mod">
          <ac:chgData name="西澤　奏都" userId="90190134-b31f-4132-babe-1b85b6be4fb9" providerId="ADAL" clId="{26ABE16E-35F6-461B-9B45-4258BE2CE09B}" dt="2025-12-02T02:44:02.452" v="2557"/>
          <ac:spMkLst>
            <pc:docMk/>
            <pc:sldMk cId="4028662927" sldId="268"/>
            <ac:spMk id="3" creationId="{F9547E2E-ABCB-0B7B-D735-44872D708926}"/>
          </ac:spMkLst>
        </pc:spChg>
        <pc:spChg chg="del">
          <ac:chgData name="西澤　奏都" userId="90190134-b31f-4132-babe-1b85b6be4fb9" providerId="ADAL" clId="{26ABE16E-35F6-461B-9B45-4258BE2CE09B}" dt="2025-12-02T02:35:56.319" v="2525" actId="478"/>
          <ac:spMkLst>
            <pc:docMk/>
            <pc:sldMk cId="4028662927" sldId="268"/>
            <ac:spMk id="4" creationId="{896BD7D4-AA92-0FCF-9765-18F1D64E5F3D}"/>
          </ac:spMkLst>
        </pc:spChg>
        <pc:spChg chg="mod ord">
          <ac:chgData name="西澤　奏都" userId="90190134-b31f-4132-babe-1b85b6be4fb9" providerId="ADAL" clId="{26ABE16E-35F6-461B-9B45-4258BE2CE09B}" dt="2025-12-02T02:44:02.452" v="2557"/>
          <ac:spMkLst>
            <pc:docMk/>
            <pc:sldMk cId="4028662927" sldId="268"/>
            <ac:spMk id="5" creationId="{3E09D3CF-2A0F-2BAE-BAAB-27E3D93D0CDE}"/>
          </ac:spMkLst>
        </pc:spChg>
        <pc:spChg chg="add mod">
          <ac:chgData name="西澤　奏都" userId="90190134-b31f-4132-babe-1b85b6be4fb9" providerId="ADAL" clId="{26ABE16E-35F6-461B-9B45-4258BE2CE09B}" dt="2025-12-03T04:46:34.016" v="5780" actId="1076"/>
          <ac:spMkLst>
            <pc:docMk/>
            <pc:sldMk cId="4028662927" sldId="268"/>
            <ac:spMk id="6" creationId="{CD48D51C-554C-7EED-EC8C-A189025BB653}"/>
          </ac:spMkLst>
        </pc:spChg>
        <pc:spChg chg="add mod">
          <ac:chgData name="西澤　奏都" userId="90190134-b31f-4132-babe-1b85b6be4fb9" providerId="ADAL" clId="{26ABE16E-35F6-461B-9B45-4258BE2CE09B}" dt="2025-12-03T04:46:34.016" v="5780" actId="1076"/>
          <ac:spMkLst>
            <pc:docMk/>
            <pc:sldMk cId="4028662927" sldId="268"/>
            <ac:spMk id="8" creationId="{7848C61F-E2CA-1E7F-D717-FBEC15CF7D45}"/>
          </ac:spMkLst>
        </pc:spChg>
        <pc:spChg chg="add mod">
          <ac:chgData name="西澤　奏都" userId="90190134-b31f-4132-babe-1b85b6be4fb9" providerId="ADAL" clId="{26ABE16E-35F6-461B-9B45-4258BE2CE09B}" dt="2025-12-03T04:46:34.016" v="5780" actId="1076"/>
          <ac:spMkLst>
            <pc:docMk/>
            <pc:sldMk cId="4028662927" sldId="268"/>
            <ac:spMk id="10" creationId="{D0A29BD8-D440-F872-4DC7-7D37D43B13CF}"/>
          </ac:spMkLst>
        </pc:spChg>
        <pc:spChg chg="add mod">
          <ac:chgData name="西澤　奏都" userId="90190134-b31f-4132-babe-1b85b6be4fb9" providerId="ADAL" clId="{26ABE16E-35F6-461B-9B45-4258BE2CE09B}" dt="2025-12-03T04:46:34.016" v="5780" actId="1076"/>
          <ac:spMkLst>
            <pc:docMk/>
            <pc:sldMk cId="4028662927" sldId="268"/>
            <ac:spMk id="12" creationId="{75CFB208-EE1D-37B9-641F-12CE83DE4A58}"/>
          </ac:spMkLst>
        </pc:spChg>
        <pc:spChg chg="add mod">
          <ac:chgData name="西澤　奏都" userId="90190134-b31f-4132-babe-1b85b6be4fb9" providerId="ADAL" clId="{26ABE16E-35F6-461B-9B45-4258BE2CE09B}" dt="2025-12-03T04:46:34.016" v="5780" actId="1076"/>
          <ac:spMkLst>
            <pc:docMk/>
            <pc:sldMk cId="4028662927" sldId="268"/>
            <ac:spMk id="14" creationId="{409E5F8A-FB94-1CE5-0F16-47419A7D6354}"/>
          </ac:spMkLst>
        </pc:spChg>
        <pc:spChg chg="mod ord">
          <ac:chgData name="西澤　奏都" userId="90190134-b31f-4132-babe-1b85b6be4fb9" providerId="ADAL" clId="{26ABE16E-35F6-461B-9B45-4258BE2CE09B}" dt="2025-12-02T02:44:02.452" v="2557"/>
          <ac:spMkLst>
            <pc:docMk/>
            <pc:sldMk cId="4028662927" sldId="268"/>
            <ac:spMk id="17" creationId="{0F2D5E15-D016-559D-159E-0170F14473EE}"/>
          </ac:spMkLst>
        </pc:spChg>
        <pc:picChg chg="add mod">
          <ac:chgData name="西澤　奏都" userId="90190134-b31f-4132-babe-1b85b6be4fb9" providerId="ADAL" clId="{26ABE16E-35F6-461B-9B45-4258BE2CE09B}" dt="2025-12-03T04:46:46.215" v="5782" actId="14100"/>
          <ac:picMkLst>
            <pc:docMk/>
            <pc:sldMk cId="4028662927" sldId="268"/>
            <ac:picMk id="4" creationId="{F2503487-B68E-7DC0-25D5-D56B8FBB8E72}"/>
          </ac:picMkLst>
        </pc:picChg>
        <pc:picChg chg="add del mod">
          <ac:chgData name="西澤　奏都" userId="90190134-b31f-4132-babe-1b85b6be4fb9" providerId="ADAL" clId="{26ABE16E-35F6-461B-9B45-4258BE2CE09B}" dt="2025-12-03T00:46:10.538" v="5467" actId="478"/>
          <ac:picMkLst>
            <pc:docMk/>
            <pc:sldMk cId="4028662927" sldId="268"/>
            <ac:picMk id="16" creationId="{C6CF09BD-FCEF-92B6-2206-F4EAE0098ABB}"/>
          </ac:picMkLst>
        </pc:picChg>
      </pc:sldChg>
      <pc:sldChg chg="addSp delSp modSp add mod chgLayout modNotesTx">
        <pc:chgData name="西澤　奏都" userId="90190134-b31f-4132-babe-1b85b6be4fb9" providerId="ADAL" clId="{26ABE16E-35F6-461B-9B45-4258BE2CE09B}" dt="2025-12-03T04:45:43.948" v="5777" actId="20577"/>
        <pc:sldMkLst>
          <pc:docMk/>
          <pc:sldMk cId="3970910045" sldId="269"/>
        </pc:sldMkLst>
        <pc:spChg chg="add mod ord">
          <ac:chgData name="西澤　奏都" userId="90190134-b31f-4132-babe-1b85b6be4fb9" providerId="ADAL" clId="{26ABE16E-35F6-461B-9B45-4258BE2CE09B}" dt="2025-12-02T03:15:22.567" v="2730" actId="14100"/>
          <ac:spMkLst>
            <pc:docMk/>
            <pc:sldMk cId="3970910045" sldId="269"/>
            <ac:spMk id="2" creationId="{566F958B-2E15-81F6-8EF6-4626DC34CD88}"/>
          </ac:spMkLst>
        </pc:spChg>
        <pc:spChg chg="add mod">
          <ac:chgData name="西澤　奏都" userId="90190134-b31f-4132-babe-1b85b6be4fb9" providerId="ADAL" clId="{26ABE16E-35F6-461B-9B45-4258BE2CE09B}" dt="2025-12-02T03:15:32.834" v="2732" actId="14100"/>
          <ac:spMkLst>
            <pc:docMk/>
            <pc:sldMk cId="3970910045" sldId="269"/>
            <ac:spMk id="3" creationId="{669A3136-E899-3611-CD86-9AA7CB712B6D}"/>
          </ac:spMkLst>
        </pc:spChg>
        <pc:spChg chg="del">
          <ac:chgData name="西澤　奏都" userId="90190134-b31f-4132-babe-1b85b6be4fb9" providerId="ADAL" clId="{26ABE16E-35F6-461B-9B45-4258BE2CE09B}" dt="2025-12-02T02:32:19.369" v="2491" actId="478"/>
          <ac:spMkLst>
            <pc:docMk/>
            <pc:sldMk cId="3970910045" sldId="269"/>
            <ac:spMk id="4" creationId="{9C9B3B57-59AE-2136-DB1B-2A4EE414047E}"/>
          </ac:spMkLst>
        </pc:spChg>
        <pc:spChg chg="mod ord">
          <ac:chgData name="西澤　奏都" userId="90190134-b31f-4132-babe-1b85b6be4fb9" providerId="ADAL" clId="{26ABE16E-35F6-461B-9B45-4258BE2CE09B}" dt="2025-12-02T02:38:50.455" v="2534" actId="700"/>
          <ac:spMkLst>
            <pc:docMk/>
            <pc:sldMk cId="3970910045" sldId="269"/>
            <ac:spMk id="5" creationId="{AFC5F3D9-23F5-81F1-609C-0B185A4C7D92}"/>
          </ac:spMkLst>
        </pc:spChg>
        <pc:spChg chg="add mod ord">
          <ac:chgData name="西澤　奏都" userId="90190134-b31f-4132-babe-1b85b6be4fb9" providerId="ADAL" clId="{26ABE16E-35F6-461B-9B45-4258BE2CE09B}" dt="2025-12-02T02:43:28.574" v="2554"/>
          <ac:spMkLst>
            <pc:docMk/>
            <pc:sldMk cId="3970910045" sldId="269"/>
            <ac:spMk id="6" creationId="{2D3126C7-4DB9-CB38-EA9E-6BBFC3A71B51}"/>
          </ac:spMkLst>
        </pc:spChg>
        <pc:spChg chg="add del mod">
          <ac:chgData name="西澤　奏都" userId="90190134-b31f-4132-babe-1b85b6be4fb9" providerId="ADAL" clId="{26ABE16E-35F6-461B-9B45-4258BE2CE09B}" dt="2025-12-02T04:51:29.775" v="2976" actId="478"/>
          <ac:spMkLst>
            <pc:docMk/>
            <pc:sldMk cId="3970910045" sldId="269"/>
            <ac:spMk id="7" creationId="{73B4A83F-84F4-6ED2-9EC5-6AC5A7D6CE03}"/>
          </ac:spMkLst>
        </pc:spChg>
        <pc:spChg chg="add mod">
          <ac:chgData name="西澤　奏都" userId="90190134-b31f-4132-babe-1b85b6be4fb9" providerId="ADAL" clId="{26ABE16E-35F6-461B-9B45-4258BE2CE09B}" dt="2025-12-02T08:27:41.369" v="5449" actId="1076"/>
          <ac:spMkLst>
            <pc:docMk/>
            <pc:sldMk cId="3970910045" sldId="269"/>
            <ac:spMk id="8" creationId="{E485757E-EBB1-F7D1-11BD-96FD755C0C86}"/>
          </ac:spMkLst>
        </pc:spChg>
        <pc:spChg chg="add mod ord">
          <ac:chgData name="西澤　奏都" userId="90190134-b31f-4132-babe-1b85b6be4fb9" providerId="ADAL" clId="{26ABE16E-35F6-461B-9B45-4258BE2CE09B}" dt="2025-12-02T04:50:54.832" v="2957" actId="20577"/>
          <ac:spMkLst>
            <pc:docMk/>
            <pc:sldMk cId="3970910045" sldId="269"/>
            <ac:spMk id="9" creationId="{7C3FEF93-1F6F-740A-8639-C3E7E318ACAA}"/>
          </ac:spMkLst>
        </pc:spChg>
        <pc:spChg chg="add mod">
          <ac:chgData name="西澤　奏都" userId="90190134-b31f-4132-babe-1b85b6be4fb9" providerId="ADAL" clId="{26ABE16E-35F6-461B-9B45-4258BE2CE09B}" dt="2025-12-02T04:51:40.517" v="2977" actId="1076"/>
          <ac:spMkLst>
            <pc:docMk/>
            <pc:sldMk cId="3970910045" sldId="269"/>
            <ac:spMk id="11" creationId="{C72EB8AC-5996-0E92-36D0-90B567CC0A5D}"/>
          </ac:spMkLst>
        </pc:spChg>
        <pc:spChg chg="mod">
          <ac:chgData name="西澤　奏都" userId="90190134-b31f-4132-babe-1b85b6be4fb9" providerId="ADAL" clId="{26ABE16E-35F6-461B-9B45-4258BE2CE09B}" dt="2025-12-03T04:45:43.948" v="5777" actId="20577"/>
          <ac:spMkLst>
            <pc:docMk/>
            <pc:sldMk cId="3970910045" sldId="269"/>
            <ac:spMk id="15" creationId="{37FCE1B9-8821-CA71-975A-939FBEA52A4B}"/>
          </ac:spMkLst>
        </pc:spChg>
        <pc:spChg chg="add mod">
          <ac:chgData name="西澤　奏都" userId="90190134-b31f-4132-babe-1b85b6be4fb9" providerId="ADAL" clId="{26ABE16E-35F6-461B-9B45-4258BE2CE09B}" dt="2025-12-02T02:31:20.188" v="2489" actId="12789"/>
          <ac:spMkLst>
            <pc:docMk/>
            <pc:sldMk cId="3970910045" sldId="269"/>
            <ac:spMk id="16" creationId="{75D3133D-2945-D879-62C3-0CA6541F613B}"/>
          </ac:spMkLst>
        </pc:spChg>
        <pc:spChg chg="add mod">
          <ac:chgData name="西澤　奏都" userId="90190134-b31f-4132-babe-1b85b6be4fb9" providerId="ADAL" clId="{26ABE16E-35F6-461B-9B45-4258BE2CE09B}" dt="2025-12-02T06:12:48.378" v="3973" actId="12789"/>
          <ac:spMkLst>
            <pc:docMk/>
            <pc:sldMk cId="3970910045" sldId="269"/>
            <ac:spMk id="18" creationId="{75DC4EA2-E87A-DDD9-E4DD-976C69DD3DAA}"/>
          </ac:spMkLst>
        </pc:spChg>
        <pc:spChg chg="add mod">
          <ac:chgData name="西澤　奏都" userId="90190134-b31f-4132-babe-1b85b6be4fb9" providerId="ADAL" clId="{26ABE16E-35F6-461B-9B45-4258BE2CE09B}" dt="2025-12-02T03:22:32.380" v="2754" actId="12789"/>
          <ac:spMkLst>
            <pc:docMk/>
            <pc:sldMk cId="3970910045" sldId="269"/>
            <ac:spMk id="20" creationId="{1246A1C4-BE45-B9C3-3D86-547F46A69C7D}"/>
          </ac:spMkLst>
        </pc:spChg>
        <pc:spChg chg="add mod">
          <ac:chgData name="西澤　奏都" userId="90190134-b31f-4132-babe-1b85b6be4fb9" providerId="ADAL" clId="{26ABE16E-35F6-461B-9B45-4258BE2CE09B}" dt="2025-12-02T03:22:32.380" v="2754" actId="12789"/>
          <ac:spMkLst>
            <pc:docMk/>
            <pc:sldMk cId="3970910045" sldId="269"/>
            <ac:spMk id="22" creationId="{D6119CFE-38DD-F6D9-ED22-D6B3B535A8DC}"/>
          </ac:spMkLst>
        </pc:spChg>
        <pc:spChg chg="add mod">
          <ac:chgData name="西澤　奏都" userId="90190134-b31f-4132-babe-1b85b6be4fb9" providerId="ADAL" clId="{26ABE16E-35F6-461B-9B45-4258BE2CE09B}" dt="2025-12-02T02:43:28.574" v="2554"/>
          <ac:spMkLst>
            <pc:docMk/>
            <pc:sldMk cId="3970910045" sldId="269"/>
            <ac:spMk id="26" creationId="{30CC4EFE-7A90-1818-8F73-F0520CF5B279}"/>
          </ac:spMkLst>
        </pc:spChg>
        <pc:spChg chg="add mod">
          <ac:chgData name="西澤　奏都" userId="90190134-b31f-4132-babe-1b85b6be4fb9" providerId="ADAL" clId="{26ABE16E-35F6-461B-9B45-4258BE2CE09B}" dt="2025-12-02T02:32:03.542" v="2490" actId="12789"/>
          <ac:spMkLst>
            <pc:docMk/>
            <pc:sldMk cId="3970910045" sldId="269"/>
            <ac:spMk id="27" creationId="{CEB72CB0-22B3-CEFA-0281-B1FDEF143B61}"/>
          </ac:spMkLst>
        </pc:spChg>
        <pc:spChg chg="add mod">
          <ac:chgData name="西澤　奏都" userId="90190134-b31f-4132-babe-1b85b6be4fb9" providerId="ADAL" clId="{26ABE16E-35F6-461B-9B45-4258BE2CE09B}" dt="2025-12-02T03:22:32.380" v="2754" actId="12789"/>
          <ac:spMkLst>
            <pc:docMk/>
            <pc:sldMk cId="3970910045" sldId="269"/>
            <ac:spMk id="29" creationId="{43CA1A26-20E3-CDDB-F4E2-294E1E439A73}"/>
          </ac:spMkLst>
        </pc:spChg>
        <pc:spChg chg="add mod">
          <ac:chgData name="西澤　奏都" userId="90190134-b31f-4132-babe-1b85b6be4fb9" providerId="ADAL" clId="{26ABE16E-35F6-461B-9B45-4258BE2CE09B}" dt="2025-12-02T03:22:32.380" v="2754" actId="12789"/>
          <ac:spMkLst>
            <pc:docMk/>
            <pc:sldMk cId="3970910045" sldId="269"/>
            <ac:spMk id="31" creationId="{8BAA9C4C-CE7C-61BB-961D-67FD2219597A}"/>
          </ac:spMkLst>
        </pc:spChg>
        <pc:spChg chg="add mod">
          <ac:chgData name="西澤　奏都" userId="90190134-b31f-4132-babe-1b85b6be4fb9" providerId="ADAL" clId="{26ABE16E-35F6-461B-9B45-4258BE2CE09B}" dt="2025-12-02T03:22:32.380" v="2754" actId="12789"/>
          <ac:spMkLst>
            <pc:docMk/>
            <pc:sldMk cId="3970910045" sldId="269"/>
            <ac:spMk id="33" creationId="{BF8F69FD-9F5B-81F5-5366-75CEB8FBCF49}"/>
          </ac:spMkLst>
        </pc:spChg>
        <pc:spChg chg="add mod">
          <ac:chgData name="西澤　奏都" userId="90190134-b31f-4132-babe-1b85b6be4fb9" providerId="ADAL" clId="{26ABE16E-35F6-461B-9B45-4258BE2CE09B}" dt="2025-12-02T06:12:48.378" v="3973" actId="12789"/>
          <ac:spMkLst>
            <pc:docMk/>
            <pc:sldMk cId="3970910045" sldId="269"/>
            <ac:spMk id="35" creationId="{4CE7B7B6-1D81-5346-8CCA-F851E0C1910D}"/>
          </ac:spMkLst>
        </pc:spChg>
        <pc:spChg chg="mod ord">
          <ac:chgData name="西澤　奏都" userId="90190134-b31f-4132-babe-1b85b6be4fb9" providerId="ADAL" clId="{26ABE16E-35F6-461B-9B45-4258BE2CE09B}" dt="2025-12-02T02:43:28.574" v="2554"/>
          <ac:spMkLst>
            <pc:docMk/>
            <pc:sldMk cId="3970910045" sldId="269"/>
            <ac:spMk id="36" creationId="{4E4CDE93-55ED-9DFC-AC14-A7064FF1FCD8}"/>
          </ac:spMkLst>
        </pc:spChg>
        <pc:picChg chg="add mod">
          <ac:chgData name="西澤　奏都" userId="90190134-b31f-4132-babe-1b85b6be4fb9" providerId="ADAL" clId="{26ABE16E-35F6-461B-9B45-4258BE2CE09B}" dt="2025-12-02T02:31:20.188" v="2489" actId="12789"/>
          <ac:picMkLst>
            <pc:docMk/>
            <pc:sldMk cId="3970910045" sldId="269"/>
            <ac:picMk id="12" creationId="{254E6056-E282-578F-A79E-301E0AA92F5F}"/>
          </ac:picMkLst>
        </pc:picChg>
        <pc:picChg chg="add mod">
          <ac:chgData name="西澤　奏都" userId="90190134-b31f-4132-babe-1b85b6be4fb9" providerId="ADAL" clId="{26ABE16E-35F6-461B-9B45-4258BE2CE09B}" dt="2025-12-02T02:31:20.188" v="2489" actId="12789"/>
          <ac:picMkLst>
            <pc:docMk/>
            <pc:sldMk cId="3970910045" sldId="269"/>
            <ac:picMk id="14" creationId="{B45E6604-DB74-8533-D3D5-117893552ABF}"/>
          </ac:picMkLst>
        </pc:picChg>
        <pc:picChg chg="add mod">
          <ac:chgData name="西澤　奏都" userId="90190134-b31f-4132-babe-1b85b6be4fb9" providerId="ADAL" clId="{26ABE16E-35F6-461B-9B45-4258BE2CE09B}" dt="2025-12-02T02:32:03.542" v="2490" actId="12789"/>
          <ac:picMkLst>
            <pc:docMk/>
            <pc:sldMk cId="3970910045" sldId="269"/>
            <ac:picMk id="23" creationId="{22B1D52B-2DE8-B54B-CF72-C3007092DA8A}"/>
          </ac:picMkLst>
        </pc:picChg>
        <pc:picChg chg="add mod">
          <ac:chgData name="西澤　奏都" userId="90190134-b31f-4132-babe-1b85b6be4fb9" providerId="ADAL" clId="{26ABE16E-35F6-461B-9B45-4258BE2CE09B}" dt="2025-12-02T02:32:03.542" v="2490" actId="12789"/>
          <ac:picMkLst>
            <pc:docMk/>
            <pc:sldMk cId="3970910045" sldId="269"/>
            <ac:picMk id="24" creationId="{F4461501-E628-F48E-4417-6E1338ABCB75}"/>
          </ac:picMkLst>
        </pc:picChg>
        <pc:picChg chg="add mod">
          <ac:chgData name="西澤　奏都" userId="90190134-b31f-4132-babe-1b85b6be4fb9" providerId="ADAL" clId="{26ABE16E-35F6-461B-9B45-4258BE2CE09B}" dt="2025-12-02T02:32:03.542" v="2490" actId="12789"/>
          <ac:picMkLst>
            <pc:docMk/>
            <pc:sldMk cId="3970910045" sldId="269"/>
            <ac:picMk id="25" creationId="{2F3AD956-C77E-36FB-D0E5-1432B34DD696}"/>
          </ac:picMkLst>
        </pc:picChg>
      </pc:sldChg>
      <pc:sldChg chg="modSp new del mod">
        <pc:chgData name="西澤　奏都" userId="90190134-b31f-4132-babe-1b85b6be4fb9" providerId="ADAL" clId="{26ABE16E-35F6-461B-9B45-4258BE2CE09B}" dt="2025-12-02T02:30:12.848" v="2483" actId="47"/>
        <pc:sldMkLst>
          <pc:docMk/>
          <pc:sldMk cId="1859555151" sldId="270"/>
        </pc:sldMkLst>
        <pc:spChg chg="mod">
          <ac:chgData name="西澤　奏都" userId="90190134-b31f-4132-babe-1b85b6be4fb9" providerId="ADAL" clId="{26ABE16E-35F6-461B-9B45-4258BE2CE09B}" dt="2025-12-02T02:29:33.257" v="2480" actId="1076"/>
          <ac:spMkLst>
            <pc:docMk/>
            <pc:sldMk cId="1859555151" sldId="270"/>
            <ac:spMk id="3" creationId="{C95138B3-124E-54A3-7473-6D64A44DC852}"/>
          </ac:spMkLst>
        </pc:spChg>
      </pc:sldChg>
      <pc:sldChg chg="add mod modShow">
        <pc:chgData name="西澤　奏都" userId="90190134-b31f-4132-babe-1b85b6be4fb9" providerId="ADAL" clId="{26ABE16E-35F6-461B-9B45-4258BE2CE09B}" dt="2025-12-02T04:56:13.245" v="3006" actId="729"/>
        <pc:sldMkLst>
          <pc:docMk/>
          <pc:sldMk cId="3605732547" sldId="270"/>
        </pc:sldMkLst>
      </pc:sldChg>
      <pc:sldChg chg="addSp delSp modSp add mod modNotesTx">
        <pc:chgData name="西澤　奏都" userId="90190134-b31f-4132-babe-1b85b6be4fb9" providerId="ADAL" clId="{26ABE16E-35F6-461B-9B45-4258BE2CE09B}" dt="2025-12-03T04:33:43.827" v="5574" actId="14100"/>
        <pc:sldMkLst>
          <pc:docMk/>
          <pc:sldMk cId="1399092548" sldId="271"/>
        </pc:sldMkLst>
        <pc:spChg chg="del">
          <ac:chgData name="西澤　奏都" userId="90190134-b31f-4132-babe-1b85b6be4fb9" providerId="ADAL" clId="{26ABE16E-35F6-461B-9B45-4258BE2CE09B}" dt="2025-12-02T05:40:28.814" v="3577" actId="478"/>
          <ac:spMkLst>
            <pc:docMk/>
            <pc:sldMk cId="1399092548" sldId="271"/>
            <ac:spMk id="3" creationId="{3BE55F8B-9FC6-4C1D-AB99-C84A4DC5A7EB}"/>
          </ac:spMkLst>
        </pc:spChg>
        <pc:spChg chg="mod">
          <ac:chgData name="西澤　奏都" userId="90190134-b31f-4132-babe-1b85b6be4fb9" providerId="ADAL" clId="{26ABE16E-35F6-461B-9B45-4258BE2CE09B}" dt="2025-12-02T05:40:13.394" v="3576" actId="20577"/>
          <ac:spMkLst>
            <pc:docMk/>
            <pc:sldMk cId="1399092548" sldId="271"/>
            <ac:spMk id="5" creationId="{70453A65-1811-9232-4E70-0BD661E904FE}"/>
          </ac:spMkLst>
        </pc:spChg>
        <pc:spChg chg="del">
          <ac:chgData name="西澤　奏都" userId="90190134-b31f-4132-babe-1b85b6be4fb9" providerId="ADAL" clId="{26ABE16E-35F6-461B-9B45-4258BE2CE09B}" dt="2025-12-02T05:40:28.814" v="3577" actId="478"/>
          <ac:spMkLst>
            <pc:docMk/>
            <pc:sldMk cId="1399092548" sldId="271"/>
            <ac:spMk id="6" creationId="{15A9B9C7-BAE1-8D60-9364-A3E9D940F791}"/>
          </ac:spMkLst>
        </pc:spChg>
        <pc:spChg chg="add del mod">
          <ac:chgData name="西澤　奏都" userId="90190134-b31f-4132-babe-1b85b6be4fb9" providerId="ADAL" clId="{26ABE16E-35F6-461B-9B45-4258BE2CE09B}" dt="2025-12-02T07:00:17.218" v="4966" actId="478"/>
          <ac:spMkLst>
            <pc:docMk/>
            <pc:sldMk cId="1399092548" sldId="271"/>
            <ac:spMk id="7" creationId="{10471D7B-47A0-A731-CA46-7C5307B32E65}"/>
          </ac:spMkLst>
        </pc:spChg>
        <pc:spChg chg="add mod">
          <ac:chgData name="西澤　奏都" userId="90190134-b31f-4132-babe-1b85b6be4fb9" providerId="ADAL" clId="{26ABE16E-35F6-461B-9B45-4258BE2CE09B}" dt="2025-12-03T04:33:43.827" v="5574" actId="14100"/>
          <ac:spMkLst>
            <pc:docMk/>
            <pc:sldMk cId="1399092548" sldId="271"/>
            <ac:spMk id="10" creationId="{03E371B0-07D1-9925-DD16-4C734233273A}"/>
          </ac:spMkLst>
        </pc:spChg>
        <pc:spChg chg="del">
          <ac:chgData name="西澤　奏都" userId="90190134-b31f-4132-babe-1b85b6be4fb9" providerId="ADAL" clId="{26ABE16E-35F6-461B-9B45-4258BE2CE09B}" dt="2025-12-02T05:40:28.814" v="3577" actId="478"/>
          <ac:spMkLst>
            <pc:docMk/>
            <pc:sldMk cId="1399092548" sldId="271"/>
            <ac:spMk id="11" creationId="{527783EA-4A49-B36E-48ED-1E7B71498C84}"/>
          </ac:spMkLst>
        </pc:spChg>
        <pc:spChg chg="mod">
          <ac:chgData name="西澤　奏都" userId="90190134-b31f-4132-babe-1b85b6be4fb9" providerId="ADAL" clId="{26ABE16E-35F6-461B-9B45-4258BE2CE09B}" dt="2025-12-02T07:33:47.046" v="5211" actId="20577"/>
          <ac:spMkLst>
            <pc:docMk/>
            <pc:sldMk cId="1399092548" sldId="271"/>
            <ac:spMk id="15" creationId="{0B3C23F2-AF37-7994-0000-DB15587A780E}"/>
          </ac:spMkLst>
        </pc:spChg>
        <pc:spChg chg="del">
          <ac:chgData name="西澤　奏都" userId="90190134-b31f-4132-babe-1b85b6be4fb9" providerId="ADAL" clId="{26ABE16E-35F6-461B-9B45-4258BE2CE09B}" dt="2025-12-02T05:40:28.814" v="3577" actId="478"/>
          <ac:spMkLst>
            <pc:docMk/>
            <pc:sldMk cId="1399092548" sldId="271"/>
            <ac:spMk id="16" creationId="{94C168BC-5D9D-EA07-1ADF-B6B741964530}"/>
          </ac:spMkLst>
        </pc:spChg>
        <pc:spChg chg="add del mod">
          <ac:chgData name="西澤　奏都" userId="90190134-b31f-4132-babe-1b85b6be4fb9" providerId="ADAL" clId="{26ABE16E-35F6-461B-9B45-4258BE2CE09B}" dt="2025-12-02T07:00:09.608" v="4964" actId="478"/>
          <ac:spMkLst>
            <pc:docMk/>
            <pc:sldMk cId="1399092548" sldId="271"/>
            <ac:spMk id="17" creationId="{B87B5CEE-9D89-E8AE-64E5-FE0A3254AF6F}"/>
          </ac:spMkLst>
        </pc:spChg>
        <pc:spChg chg="del">
          <ac:chgData name="西澤　奏都" userId="90190134-b31f-4132-babe-1b85b6be4fb9" providerId="ADAL" clId="{26ABE16E-35F6-461B-9B45-4258BE2CE09B}" dt="2025-12-02T05:40:28.814" v="3577" actId="478"/>
          <ac:spMkLst>
            <pc:docMk/>
            <pc:sldMk cId="1399092548" sldId="271"/>
            <ac:spMk id="20" creationId="{6023B61A-09F5-C928-5CEA-80F4CDF61EDA}"/>
          </ac:spMkLst>
        </pc:spChg>
        <pc:spChg chg="add del mod">
          <ac:chgData name="西澤　奏都" userId="90190134-b31f-4132-babe-1b85b6be4fb9" providerId="ADAL" clId="{26ABE16E-35F6-461B-9B45-4258BE2CE09B}" dt="2025-12-02T07:00:09.608" v="4964" actId="478"/>
          <ac:spMkLst>
            <pc:docMk/>
            <pc:sldMk cId="1399092548" sldId="271"/>
            <ac:spMk id="21" creationId="{8B5AFB21-D7B4-5BC1-49B9-CC6822BA8F66}"/>
          </ac:spMkLst>
        </pc:spChg>
        <pc:spChg chg="del">
          <ac:chgData name="西澤　奏都" userId="90190134-b31f-4132-babe-1b85b6be4fb9" providerId="ADAL" clId="{26ABE16E-35F6-461B-9B45-4258BE2CE09B}" dt="2025-12-02T05:40:28.814" v="3577" actId="478"/>
          <ac:spMkLst>
            <pc:docMk/>
            <pc:sldMk cId="1399092548" sldId="271"/>
            <ac:spMk id="22" creationId="{93CF3A25-BB3D-F385-37E7-194DD261C0CC}"/>
          </ac:spMkLst>
        </pc:spChg>
        <pc:spChg chg="del">
          <ac:chgData name="西澤　奏都" userId="90190134-b31f-4132-babe-1b85b6be4fb9" providerId="ADAL" clId="{26ABE16E-35F6-461B-9B45-4258BE2CE09B}" dt="2025-12-02T05:40:28.814" v="3577" actId="478"/>
          <ac:spMkLst>
            <pc:docMk/>
            <pc:sldMk cId="1399092548" sldId="271"/>
            <ac:spMk id="26" creationId="{38007E12-21BC-CB63-2D94-47E3BB8329BE}"/>
          </ac:spMkLst>
        </pc:spChg>
        <pc:spChg chg="del">
          <ac:chgData name="西澤　奏都" userId="90190134-b31f-4132-babe-1b85b6be4fb9" providerId="ADAL" clId="{26ABE16E-35F6-461B-9B45-4258BE2CE09B}" dt="2025-12-02T05:40:28.814" v="3577" actId="478"/>
          <ac:spMkLst>
            <pc:docMk/>
            <pc:sldMk cId="1399092548" sldId="271"/>
            <ac:spMk id="27" creationId="{52D6E524-52B0-4706-905C-AC93C2A8460A}"/>
          </ac:spMkLst>
        </pc:spChg>
        <pc:spChg chg="add del mod">
          <ac:chgData name="西澤　奏都" userId="90190134-b31f-4132-babe-1b85b6be4fb9" providerId="ADAL" clId="{26ABE16E-35F6-461B-9B45-4258BE2CE09B}" dt="2025-12-02T07:00:13.650" v="4965" actId="478"/>
          <ac:spMkLst>
            <pc:docMk/>
            <pc:sldMk cId="1399092548" sldId="271"/>
            <ac:spMk id="30" creationId="{B71E0806-8423-2CCB-A6E5-051EF0F5331B}"/>
          </ac:spMkLst>
        </pc:spChg>
        <pc:spChg chg="del">
          <ac:chgData name="西澤　奏都" userId="90190134-b31f-4132-babe-1b85b6be4fb9" providerId="ADAL" clId="{26ABE16E-35F6-461B-9B45-4258BE2CE09B}" dt="2025-12-02T05:40:28.814" v="3577" actId="478"/>
          <ac:spMkLst>
            <pc:docMk/>
            <pc:sldMk cId="1399092548" sldId="271"/>
            <ac:spMk id="31" creationId="{32F40711-F82F-1404-2C10-57C75BEE266A}"/>
          </ac:spMkLst>
        </pc:spChg>
        <pc:spChg chg="del">
          <ac:chgData name="西澤　奏都" userId="90190134-b31f-4132-babe-1b85b6be4fb9" providerId="ADAL" clId="{26ABE16E-35F6-461B-9B45-4258BE2CE09B}" dt="2025-12-02T05:40:28.814" v="3577" actId="478"/>
          <ac:spMkLst>
            <pc:docMk/>
            <pc:sldMk cId="1399092548" sldId="271"/>
            <ac:spMk id="35" creationId="{A664122D-7026-0A3F-20E3-23CAE86E5F17}"/>
          </ac:spMkLst>
        </pc:spChg>
        <pc:graphicFrameChg chg="add del mod modGraphic">
          <ac:chgData name="西澤　奏都" userId="90190134-b31f-4132-babe-1b85b6be4fb9" providerId="ADAL" clId="{26ABE16E-35F6-461B-9B45-4258BE2CE09B}" dt="2025-12-02T07:00:59.009" v="4976" actId="3680"/>
          <ac:graphicFrameMkLst>
            <pc:docMk/>
            <pc:sldMk cId="1399092548" sldId="271"/>
            <ac:graphicFrameMk id="37" creationId="{53B2C9FC-4B43-55A7-8DF6-F74793C677D0}"/>
          </ac:graphicFrameMkLst>
        </pc:graphicFrameChg>
        <pc:graphicFrameChg chg="add mod modGraphic">
          <ac:chgData name="西澤　奏都" userId="90190134-b31f-4132-babe-1b85b6be4fb9" providerId="ADAL" clId="{26ABE16E-35F6-461B-9B45-4258BE2CE09B}" dt="2025-12-02T07:54:50.206" v="5364" actId="207"/>
          <ac:graphicFrameMkLst>
            <pc:docMk/>
            <pc:sldMk cId="1399092548" sldId="271"/>
            <ac:graphicFrameMk id="38" creationId="{E801366B-E102-EE88-1395-914023A87AC8}"/>
          </ac:graphicFrameMkLst>
        </pc:graphicFrameChg>
        <pc:picChg chg="add mod">
          <ac:chgData name="西澤　奏都" userId="90190134-b31f-4132-babe-1b85b6be4fb9" providerId="ADAL" clId="{26ABE16E-35F6-461B-9B45-4258BE2CE09B}" dt="2025-12-02T07:00:03.610" v="4956" actId="1076"/>
          <ac:picMkLst>
            <pc:docMk/>
            <pc:sldMk cId="1399092548" sldId="271"/>
            <ac:picMk id="32" creationId="{11225945-87CF-CF91-CF20-FB23F62A6CD1}"/>
          </ac:picMkLst>
        </pc:picChg>
        <pc:picChg chg="add mod">
          <ac:chgData name="西澤　奏都" userId="90190134-b31f-4132-babe-1b85b6be4fb9" providerId="ADAL" clId="{26ABE16E-35F6-461B-9B45-4258BE2CE09B}" dt="2025-12-02T07:00:01.530" v="4949" actId="1076"/>
          <ac:picMkLst>
            <pc:docMk/>
            <pc:sldMk cId="1399092548" sldId="271"/>
            <ac:picMk id="34" creationId="{BC5E268A-B403-54DF-8C35-6DF0FEF675DA}"/>
          </ac:picMkLst>
        </pc:picChg>
        <pc:picChg chg="add mod">
          <ac:chgData name="西澤　奏都" userId="90190134-b31f-4132-babe-1b85b6be4fb9" providerId="ADAL" clId="{26ABE16E-35F6-461B-9B45-4258BE2CE09B}" dt="2025-12-02T08:06:51.053" v="5400" actId="1076"/>
          <ac:picMkLst>
            <pc:docMk/>
            <pc:sldMk cId="1399092548" sldId="271"/>
            <ac:picMk id="39" creationId="{8FFA897E-4273-89C5-41A0-CFF479650867}"/>
          </ac:picMkLst>
        </pc:picChg>
        <pc:picChg chg="add mod">
          <ac:chgData name="西澤　奏都" userId="90190134-b31f-4132-babe-1b85b6be4fb9" providerId="ADAL" clId="{26ABE16E-35F6-461B-9B45-4258BE2CE09B}" dt="2025-12-02T07:21:36.634" v="5172" actId="1076"/>
          <ac:picMkLst>
            <pc:docMk/>
            <pc:sldMk cId="1399092548" sldId="271"/>
            <ac:picMk id="40" creationId="{AD700141-D35B-BB07-BA30-3806ACFDC394}"/>
          </ac:picMkLst>
        </pc:picChg>
        <pc:picChg chg="add mod">
          <ac:chgData name="西澤　奏都" userId="90190134-b31f-4132-babe-1b85b6be4fb9" providerId="ADAL" clId="{26ABE16E-35F6-461B-9B45-4258BE2CE09B}" dt="2025-12-02T07:21:41.741" v="5173" actId="1076"/>
          <ac:picMkLst>
            <pc:docMk/>
            <pc:sldMk cId="1399092548" sldId="271"/>
            <ac:picMk id="41" creationId="{23ECEFC5-B3B3-C3D7-9B49-87F38EA643EA}"/>
          </ac:picMkLst>
        </pc:picChg>
      </pc:sldChg>
      <pc:sldChg chg="addSp delSp modSp add mod">
        <pc:chgData name="西澤　奏都" userId="90190134-b31f-4132-babe-1b85b6be4fb9" providerId="ADAL" clId="{26ABE16E-35F6-461B-9B45-4258BE2CE09B}" dt="2025-12-03T04:40:57.510" v="5722" actId="14100"/>
        <pc:sldMkLst>
          <pc:docMk/>
          <pc:sldMk cId="1249547940" sldId="272"/>
        </pc:sldMkLst>
        <pc:spChg chg="add mod">
          <ac:chgData name="西澤　奏都" userId="90190134-b31f-4132-babe-1b85b6be4fb9" providerId="ADAL" clId="{26ABE16E-35F6-461B-9B45-4258BE2CE09B}" dt="2025-12-02T06:39:03.593" v="4492" actId="1076"/>
          <ac:spMkLst>
            <pc:docMk/>
            <pc:sldMk cId="1249547940" sldId="272"/>
            <ac:spMk id="4" creationId="{C369DFDB-0185-4760-7E5F-990C0A0C076D}"/>
          </ac:spMkLst>
        </pc:spChg>
        <pc:spChg chg="mod">
          <ac:chgData name="西澤　奏都" userId="90190134-b31f-4132-babe-1b85b6be4fb9" providerId="ADAL" clId="{26ABE16E-35F6-461B-9B45-4258BE2CE09B}" dt="2025-12-02T05:46:25.335" v="3746" actId="20577"/>
          <ac:spMkLst>
            <pc:docMk/>
            <pc:sldMk cId="1249547940" sldId="272"/>
            <ac:spMk id="5" creationId="{83550D71-B29F-2D3B-95CF-D8063CAEA59B}"/>
          </ac:spMkLst>
        </pc:spChg>
        <pc:spChg chg="mod">
          <ac:chgData name="西澤　奏都" userId="90190134-b31f-4132-babe-1b85b6be4fb9" providerId="ADAL" clId="{26ABE16E-35F6-461B-9B45-4258BE2CE09B}" dt="2025-12-03T04:37:14.941" v="5606" actId="255"/>
          <ac:spMkLst>
            <pc:docMk/>
            <pc:sldMk cId="1249547940" sldId="272"/>
            <ac:spMk id="8" creationId="{44796DDE-B2DD-5FCE-F897-8B69D2CB19FC}"/>
          </ac:spMkLst>
        </pc:spChg>
        <pc:spChg chg="add mod">
          <ac:chgData name="西澤　奏都" userId="90190134-b31f-4132-babe-1b85b6be4fb9" providerId="ADAL" clId="{26ABE16E-35F6-461B-9B45-4258BE2CE09B}" dt="2025-12-02T06:39:03.593" v="4492" actId="1076"/>
          <ac:spMkLst>
            <pc:docMk/>
            <pc:sldMk cId="1249547940" sldId="272"/>
            <ac:spMk id="10" creationId="{C441BAB5-48F4-EDEA-467B-4FD252510A9A}"/>
          </ac:spMkLst>
        </pc:spChg>
        <pc:spChg chg="add mod">
          <ac:chgData name="西澤　奏都" userId="90190134-b31f-4132-babe-1b85b6be4fb9" providerId="ADAL" clId="{26ABE16E-35F6-461B-9B45-4258BE2CE09B}" dt="2025-12-02T06:34:07.821" v="4401" actId="1076"/>
          <ac:spMkLst>
            <pc:docMk/>
            <pc:sldMk cId="1249547940" sldId="272"/>
            <ac:spMk id="14" creationId="{6362A129-7EB9-5C99-ED59-FE2E079B56D5}"/>
          </ac:spMkLst>
        </pc:spChg>
        <pc:spChg chg="add mod">
          <ac:chgData name="西澤　奏都" userId="90190134-b31f-4132-babe-1b85b6be4fb9" providerId="ADAL" clId="{26ABE16E-35F6-461B-9B45-4258BE2CE09B}" dt="2025-12-02T06:34:07.821" v="4401" actId="1076"/>
          <ac:spMkLst>
            <pc:docMk/>
            <pc:sldMk cId="1249547940" sldId="272"/>
            <ac:spMk id="16" creationId="{849318EF-4F07-49B2-88B4-4DC72848B981}"/>
          </ac:spMkLst>
        </pc:spChg>
        <pc:spChg chg="add mod">
          <ac:chgData name="西澤　奏都" userId="90190134-b31f-4132-babe-1b85b6be4fb9" providerId="ADAL" clId="{26ABE16E-35F6-461B-9B45-4258BE2CE09B}" dt="2025-12-02T06:34:05.671" v="4400"/>
          <ac:spMkLst>
            <pc:docMk/>
            <pc:sldMk cId="1249547940" sldId="272"/>
            <ac:spMk id="17" creationId="{C92E582B-CB0E-0040-919E-749EA24B83A7}"/>
          </ac:spMkLst>
        </pc:spChg>
        <pc:spChg chg="add mod">
          <ac:chgData name="西澤　奏都" userId="90190134-b31f-4132-babe-1b85b6be4fb9" providerId="ADAL" clId="{26ABE16E-35F6-461B-9B45-4258BE2CE09B}" dt="2025-12-02T06:34:05.671" v="4400"/>
          <ac:spMkLst>
            <pc:docMk/>
            <pc:sldMk cId="1249547940" sldId="272"/>
            <ac:spMk id="19" creationId="{F55F87E7-D07A-7B96-4333-156BDDB13DE8}"/>
          </ac:spMkLst>
        </pc:spChg>
        <pc:spChg chg="add mod">
          <ac:chgData name="西澤　奏都" userId="90190134-b31f-4132-babe-1b85b6be4fb9" providerId="ADAL" clId="{26ABE16E-35F6-461B-9B45-4258BE2CE09B}" dt="2025-12-02T06:39:03.593" v="4492" actId="1076"/>
          <ac:spMkLst>
            <pc:docMk/>
            <pc:sldMk cId="1249547940" sldId="272"/>
            <ac:spMk id="20" creationId="{26738C0E-049C-1155-247E-09986A42CDFB}"/>
          </ac:spMkLst>
        </pc:spChg>
        <pc:spChg chg="add mod">
          <ac:chgData name="西澤　奏都" userId="90190134-b31f-4132-babe-1b85b6be4fb9" providerId="ADAL" clId="{26ABE16E-35F6-461B-9B45-4258BE2CE09B}" dt="2025-12-02T06:36:35.464" v="4420"/>
          <ac:spMkLst>
            <pc:docMk/>
            <pc:sldMk cId="1249547940" sldId="272"/>
            <ac:spMk id="21" creationId="{5FCA6C75-1059-F302-DEE8-DBF55EA7279B}"/>
          </ac:spMkLst>
        </pc:spChg>
        <pc:spChg chg="add mod">
          <ac:chgData name="西澤　奏都" userId="90190134-b31f-4132-babe-1b85b6be4fb9" providerId="ADAL" clId="{26ABE16E-35F6-461B-9B45-4258BE2CE09B}" dt="2025-12-02T06:36:35.464" v="4420"/>
          <ac:spMkLst>
            <pc:docMk/>
            <pc:sldMk cId="1249547940" sldId="272"/>
            <ac:spMk id="23" creationId="{1CA37A8D-6E9A-B88A-AD0F-EC67D50529A9}"/>
          </ac:spMkLst>
        </pc:spChg>
        <pc:spChg chg="add mod">
          <ac:chgData name="西澤　奏都" userId="90190134-b31f-4132-babe-1b85b6be4fb9" providerId="ADAL" clId="{26ABE16E-35F6-461B-9B45-4258BE2CE09B}" dt="2025-12-02T06:39:03.593" v="4492" actId="1076"/>
          <ac:spMkLst>
            <pc:docMk/>
            <pc:sldMk cId="1249547940" sldId="272"/>
            <ac:spMk id="25" creationId="{0463FC62-F94F-CD28-D5E3-2F8DBFDC484B}"/>
          </ac:spMkLst>
        </pc:spChg>
        <pc:spChg chg="add mod">
          <ac:chgData name="西澤　奏都" userId="90190134-b31f-4132-babe-1b85b6be4fb9" providerId="ADAL" clId="{26ABE16E-35F6-461B-9B45-4258BE2CE09B}" dt="2025-12-02T06:39:03.593" v="4492" actId="1076"/>
          <ac:spMkLst>
            <pc:docMk/>
            <pc:sldMk cId="1249547940" sldId="272"/>
            <ac:spMk id="27" creationId="{A4A44177-D632-B8B3-A9D3-F3314B80D1A6}"/>
          </ac:spMkLst>
        </pc:spChg>
        <pc:spChg chg="add mod">
          <ac:chgData name="西澤　奏都" userId="90190134-b31f-4132-babe-1b85b6be4fb9" providerId="ADAL" clId="{26ABE16E-35F6-461B-9B45-4258BE2CE09B}" dt="2025-12-02T06:44:35.852" v="4722" actId="164"/>
          <ac:spMkLst>
            <pc:docMk/>
            <pc:sldMk cId="1249547940" sldId="272"/>
            <ac:spMk id="29" creationId="{82328E40-4517-407B-4E5B-BC1F15B7467E}"/>
          </ac:spMkLst>
        </pc:spChg>
        <pc:spChg chg="add mod">
          <ac:chgData name="西澤　奏都" userId="90190134-b31f-4132-babe-1b85b6be4fb9" providerId="ADAL" clId="{26ABE16E-35F6-461B-9B45-4258BE2CE09B}" dt="2025-12-02T06:41:20.470" v="4607" actId="20577"/>
          <ac:spMkLst>
            <pc:docMk/>
            <pc:sldMk cId="1249547940" sldId="272"/>
            <ac:spMk id="30" creationId="{651276F9-211B-09EA-1747-CAB41BB6E624}"/>
          </ac:spMkLst>
        </pc:spChg>
        <pc:spChg chg="add mod">
          <ac:chgData name="西澤　奏都" userId="90190134-b31f-4132-babe-1b85b6be4fb9" providerId="ADAL" clId="{26ABE16E-35F6-461B-9B45-4258BE2CE09B}" dt="2025-12-02T06:44:35.852" v="4722" actId="164"/>
          <ac:spMkLst>
            <pc:docMk/>
            <pc:sldMk cId="1249547940" sldId="272"/>
            <ac:spMk id="31" creationId="{33DBB7CD-C4B6-8FE5-23F2-14D41C187117}"/>
          </ac:spMkLst>
        </pc:spChg>
        <pc:spChg chg="add mod">
          <ac:chgData name="西澤　奏都" userId="90190134-b31f-4132-babe-1b85b6be4fb9" providerId="ADAL" clId="{26ABE16E-35F6-461B-9B45-4258BE2CE09B}" dt="2025-12-02T06:44:35.852" v="4722" actId="164"/>
          <ac:spMkLst>
            <pc:docMk/>
            <pc:sldMk cId="1249547940" sldId="272"/>
            <ac:spMk id="32" creationId="{FD489771-AD4B-3219-48C0-B68C86AA3923}"/>
          </ac:spMkLst>
        </pc:spChg>
        <pc:spChg chg="add mod">
          <ac:chgData name="西澤　奏都" userId="90190134-b31f-4132-babe-1b85b6be4fb9" providerId="ADAL" clId="{26ABE16E-35F6-461B-9B45-4258BE2CE09B}" dt="2025-12-02T06:39:36.322" v="4510" actId="20577"/>
          <ac:spMkLst>
            <pc:docMk/>
            <pc:sldMk cId="1249547940" sldId="272"/>
            <ac:spMk id="33" creationId="{1F0DFE6E-2C35-3819-DBEF-864DEA25169A}"/>
          </ac:spMkLst>
        </pc:spChg>
        <pc:spChg chg="add mod">
          <ac:chgData name="西澤　奏都" userId="90190134-b31f-4132-babe-1b85b6be4fb9" providerId="ADAL" clId="{26ABE16E-35F6-461B-9B45-4258BE2CE09B}" dt="2025-12-02T06:39:41.079" v="4522" actId="20577"/>
          <ac:spMkLst>
            <pc:docMk/>
            <pc:sldMk cId="1249547940" sldId="272"/>
            <ac:spMk id="34" creationId="{C6D5A963-E87D-F9BD-E79A-46346079D22A}"/>
          </ac:spMkLst>
        </pc:spChg>
        <pc:spChg chg="add mod">
          <ac:chgData name="西澤　奏都" userId="90190134-b31f-4132-babe-1b85b6be4fb9" providerId="ADAL" clId="{26ABE16E-35F6-461B-9B45-4258BE2CE09B}" dt="2025-12-02T06:44:35.852" v="4722" actId="164"/>
          <ac:spMkLst>
            <pc:docMk/>
            <pc:sldMk cId="1249547940" sldId="272"/>
            <ac:spMk id="35" creationId="{1E04679C-FDE4-07F4-C304-2B21470D4AAC}"/>
          </ac:spMkLst>
        </pc:spChg>
        <pc:spChg chg="add mod">
          <ac:chgData name="西澤　奏都" userId="90190134-b31f-4132-babe-1b85b6be4fb9" providerId="ADAL" clId="{26ABE16E-35F6-461B-9B45-4258BE2CE09B}" dt="2025-12-02T06:42:58.520" v="4654" actId="207"/>
          <ac:spMkLst>
            <pc:docMk/>
            <pc:sldMk cId="1249547940" sldId="272"/>
            <ac:spMk id="36" creationId="{2B5990C7-46B4-48F2-E7E1-52167817632B}"/>
          </ac:spMkLst>
        </pc:spChg>
        <pc:spChg chg="add mod">
          <ac:chgData name="西澤　奏都" userId="90190134-b31f-4132-babe-1b85b6be4fb9" providerId="ADAL" clId="{26ABE16E-35F6-461B-9B45-4258BE2CE09B}" dt="2025-12-02T06:44:35.852" v="4722" actId="164"/>
          <ac:spMkLst>
            <pc:docMk/>
            <pc:sldMk cId="1249547940" sldId="272"/>
            <ac:spMk id="37" creationId="{C4C1854F-C6CF-C119-2F8D-98A05FA9F6D8}"/>
          </ac:spMkLst>
        </pc:spChg>
        <pc:spChg chg="add mod">
          <ac:chgData name="西澤　奏都" userId="90190134-b31f-4132-babe-1b85b6be4fb9" providerId="ADAL" clId="{26ABE16E-35F6-461B-9B45-4258BE2CE09B}" dt="2025-12-02T06:44:35.852" v="4722" actId="164"/>
          <ac:spMkLst>
            <pc:docMk/>
            <pc:sldMk cId="1249547940" sldId="272"/>
            <ac:spMk id="38" creationId="{0C1F0A30-24A3-E37B-CC11-119E2FD3EF02}"/>
          </ac:spMkLst>
        </pc:spChg>
        <pc:spChg chg="add mod">
          <ac:chgData name="西澤　奏都" userId="90190134-b31f-4132-babe-1b85b6be4fb9" providerId="ADAL" clId="{26ABE16E-35F6-461B-9B45-4258BE2CE09B}" dt="2025-12-02T06:44:35.852" v="4722" actId="164"/>
          <ac:spMkLst>
            <pc:docMk/>
            <pc:sldMk cId="1249547940" sldId="272"/>
            <ac:spMk id="39" creationId="{8E6B5688-FC3F-9197-57F1-1FCBECE8BCEC}"/>
          </ac:spMkLst>
        </pc:spChg>
        <pc:spChg chg="add mod">
          <ac:chgData name="西澤　奏都" userId="90190134-b31f-4132-babe-1b85b6be4fb9" providerId="ADAL" clId="{26ABE16E-35F6-461B-9B45-4258BE2CE09B}" dt="2025-12-03T04:13:22.679" v="5501" actId="20577"/>
          <ac:spMkLst>
            <pc:docMk/>
            <pc:sldMk cId="1249547940" sldId="272"/>
            <ac:spMk id="40" creationId="{8F32B30F-BC14-F569-C62B-2F727FBE53A1}"/>
          </ac:spMkLst>
        </pc:spChg>
        <pc:spChg chg="add mod">
          <ac:chgData name="西澤　奏都" userId="90190134-b31f-4132-babe-1b85b6be4fb9" providerId="ADAL" clId="{26ABE16E-35F6-461B-9B45-4258BE2CE09B}" dt="2025-12-02T06:41:13.718" v="4604" actId="1076"/>
          <ac:spMkLst>
            <pc:docMk/>
            <pc:sldMk cId="1249547940" sldId="272"/>
            <ac:spMk id="41" creationId="{D76F6EF3-9C3A-BB4C-7092-CA6D012F8BAF}"/>
          </ac:spMkLst>
        </pc:spChg>
        <pc:spChg chg="add mod">
          <ac:chgData name="西澤　奏都" userId="90190134-b31f-4132-babe-1b85b6be4fb9" providerId="ADAL" clId="{26ABE16E-35F6-461B-9B45-4258BE2CE09B}" dt="2025-12-02T06:44:35.852" v="4722" actId="164"/>
          <ac:spMkLst>
            <pc:docMk/>
            <pc:sldMk cId="1249547940" sldId="272"/>
            <ac:spMk id="42" creationId="{549F3886-4BFD-07BF-8FA4-2D76FF73AEB0}"/>
          </ac:spMkLst>
        </pc:spChg>
        <pc:spChg chg="add mod">
          <ac:chgData name="西澤　奏都" userId="90190134-b31f-4132-babe-1b85b6be4fb9" providerId="ADAL" clId="{26ABE16E-35F6-461B-9B45-4258BE2CE09B}" dt="2025-12-02T06:44:35.852" v="4722" actId="164"/>
          <ac:spMkLst>
            <pc:docMk/>
            <pc:sldMk cId="1249547940" sldId="272"/>
            <ac:spMk id="43" creationId="{C71C1B2C-EE97-01BF-3CED-41940BE9F6FE}"/>
          </ac:spMkLst>
        </pc:spChg>
        <pc:spChg chg="add mod">
          <ac:chgData name="西澤　奏都" userId="90190134-b31f-4132-babe-1b85b6be4fb9" providerId="ADAL" clId="{26ABE16E-35F6-461B-9B45-4258BE2CE09B}" dt="2025-12-02T06:44:21.454" v="4721" actId="207"/>
          <ac:spMkLst>
            <pc:docMk/>
            <pc:sldMk cId="1249547940" sldId="272"/>
            <ac:spMk id="44" creationId="{9913F5A2-61AF-F03D-6DE9-86DFBE95075B}"/>
          </ac:spMkLst>
        </pc:spChg>
        <pc:spChg chg="add mod">
          <ac:chgData name="西澤　奏都" userId="90190134-b31f-4132-babe-1b85b6be4fb9" providerId="ADAL" clId="{26ABE16E-35F6-461B-9B45-4258BE2CE09B}" dt="2025-12-02T06:43:35.406" v="4700" actId="20577"/>
          <ac:spMkLst>
            <pc:docMk/>
            <pc:sldMk cId="1249547940" sldId="272"/>
            <ac:spMk id="45" creationId="{7D266389-AA28-6257-D3EF-6B2928D8C520}"/>
          </ac:spMkLst>
        </pc:spChg>
        <pc:spChg chg="add mod">
          <ac:chgData name="西澤　奏都" userId="90190134-b31f-4132-babe-1b85b6be4fb9" providerId="ADAL" clId="{26ABE16E-35F6-461B-9B45-4258BE2CE09B}" dt="2025-12-02T06:43:40.760" v="4712" actId="20577"/>
          <ac:spMkLst>
            <pc:docMk/>
            <pc:sldMk cId="1249547940" sldId="272"/>
            <ac:spMk id="46" creationId="{5D3A5BD0-6802-A2A2-7B48-61A092FEEAC6}"/>
          </ac:spMkLst>
        </pc:spChg>
        <pc:spChg chg="add mod">
          <ac:chgData name="西澤　奏都" userId="90190134-b31f-4132-babe-1b85b6be4fb9" providerId="ADAL" clId="{26ABE16E-35F6-461B-9B45-4258BE2CE09B}" dt="2025-12-02T06:44:35.852" v="4722" actId="164"/>
          <ac:spMkLst>
            <pc:docMk/>
            <pc:sldMk cId="1249547940" sldId="272"/>
            <ac:spMk id="47" creationId="{17A496BF-FC26-CB47-963E-547CD5AF2E5A}"/>
          </ac:spMkLst>
        </pc:spChg>
        <pc:spChg chg="add mod">
          <ac:chgData name="西澤　奏都" userId="90190134-b31f-4132-babe-1b85b6be4fb9" providerId="ADAL" clId="{26ABE16E-35F6-461B-9B45-4258BE2CE09B}" dt="2025-12-03T04:37:04.261" v="5605" actId="552"/>
          <ac:spMkLst>
            <pc:docMk/>
            <pc:sldMk cId="1249547940" sldId="272"/>
            <ac:spMk id="51" creationId="{85EEB004-4A15-1AC5-7CA9-50260B5345BE}"/>
          </ac:spMkLst>
        </pc:spChg>
        <pc:spChg chg="add mod">
          <ac:chgData name="西澤　奏都" userId="90190134-b31f-4132-babe-1b85b6be4fb9" providerId="ADAL" clId="{26ABE16E-35F6-461B-9B45-4258BE2CE09B}" dt="2025-12-03T04:40:57.510" v="5722" actId="14100"/>
          <ac:spMkLst>
            <pc:docMk/>
            <pc:sldMk cId="1249547940" sldId="272"/>
            <ac:spMk id="53" creationId="{31C3514E-B39A-8E3D-B14E-ED7B6D9015C2}"/>
          </ac:spMkLst>
        </pc:spChg>
        <pc:spChg chg="add mod">
          <ac:chgData name="西澤　奏都" userId="90190134-b31f-4132-babe-1b85b6be4fb9" providerId="ADAL" clId="{26ABE16E-35F6-461B-9B45-4258BE2CE09B}" dt="2025-12-03T04:40:14.923" v="5707" actId="255"/>
          <ac:spMkLst>
            <pc:docMk/>
            <pc:sldMk cId="1249547940" sldId="272"/>
            <ac:spMk id="55" creationId="{CD635783-009E-ED0A-A7EB-8D1B639C2B8C}"/>
          </ac:spMkLst>
        </pc:spChg>
        <pc:grpChg chg="mod">
          <ac:chgData name="西澤　奏都" userId="90190134-b31f-4132-babe-1b85b6be4fb9" providerId="ADAL" clId="{26ABE16E-35F6-461B-9B45-4258BE2CE09B}" dt="2025-12-03T04:34:06.059" v="5575" actId="1076"/>
          <ac:grpSpMkLst>
            <pc:docMk/>
            <pc:sldMk cId="1249547940" sldId="272"/>
            <ac:grpSpMk id="48" creationId="{C51723AA-368D-959E-20F4-0D1F57200D04}"/>
          </ac:grpSpMkLst>
        </pc:grpChg>
        <pc:graphicFrameChg chg="add del mod modGraphic">
          <ac:chgData name="西澤　奏都" userId="90190134-b31f-4132-babe-1b85b6be4fb9" providerId="ADAL" clId="{26ABE16E-35F6-461B-9B45-4258BE2CE09B}" dt="2025-12-02T06:31:19.202" v="4378" actId="478"/>
          <ac:graphicFrameMkLst>
            <pc:docMk/>
            <pc:sldMk cId="1249547940" sldId="272"/>
            <ac:graphicFrameMk id="2" creationId="{3085192D-B281-2935-C11C-1704B13E3BFE}"/>
          </ac:graphicFrameMkLst>
        </pc:graphicFrameChg>
        <pc:picChg chg="del">
          <ac:chgData name="西澤　奏都" userId="90190134-b31f-4132-babe-1b85b6be4fb9" providerId="ADAL" clId="{26ABE16E-35F6-461B-9B45-4258BE2CE09B}" dt="2025-12-02T06:15:31.481" v="4023" actId="478"/>
          <ac:picMkLst>
            <pc:docMk/>
            <pc:sldMk cId="1249547940" sldId="272"/>
            <ac:picMk id="11" creationId="{74036F66-9B20-85FE-85F8-10FF59786333}"/>
          </ac:picMkLst>
        </pc:picChg>
        <pc:picChg chg="add mod">
          <ac:chgData name="西澤　奏都" userId="90190134-b31f-4132-babe-1b85b6be4fb9" providerId="ADAL" clId="{26ABE16E-35F6-461B-9B45-4258BE2CE09B}" dt="2025-12-03T04:38:35.539" v="5633" actId="1076"/>
          <ac:picMkLst>
            <pc:docMk/>
            <pc:sldMk cId="1249547940" sldId="272"/>
            <ac:picMk id="49" creationId="{EC3C386A-0F59-9977-3EEC-57F944DC11B2}"/>
          </ac:picMkLst>
        </pc:picChg>
        <pc:cxnChg chg="add del mod">
          <ac:chgData name="西澤　奏都" userId="90190134-b31f-4132-babe-1b85b6be4fb9" providerId="ADAL" clId="{26ABE16E-35F6-461B-9B45-4258BE2CE09B}" dt="2025-12-02T06:34:33.976" v="4406" actId="478"/>
          <ac:cxnSpMkLst>
            <pc:docMk/>
            <pc:sldMk cId="1249547940" sldId="272"/>
            <ac:cxnSpMk id="7" creationId="{A692D895-3C2B-3A44-5E0D-B70C37AE8746}"/>
          </ac:cxnSpMkLst>
        </pc:cxnChg>
        <pc:cxnChg chg="add mod">
          <ac:chgData name="西澤　奏都" userId="90190134-b31f-4132-babe-1b85b6be4fb9" providerId="ADAL" clId="{26ABE16E-35F6-461B-9B45-4258BE2CE09B}" dt="2025-12-02T06:34:07.821" v="4401" actId="1076"/>
          <ac:cxnSpMkLst>
            <pc:docMk/>
            <pc:sldMk cId="1249547940" sldId="272"/>
            <ac:cxnSpMk id="15" creationId="{212A36BD-6C74-AFC6-FBD9-C668AF755DB7}"/>
          </ac:cxnSpMkLst>
        </pc:cxnChg>
        <pc:cxnChg chg="add mod">
          <ac:chgData name="西澤　奏都" userId="90190134-b31f-4132-babe-1b85b6be4fb9" providerId="ADAL" clId="{26ABE16E-35F6-461B-9B45-4258BE2CE09B}" dt="2025-12-02T06:34:05.671" v="4400"/>
          <ac:cxnSpMkLst>
            <pc:docMk/>
            <pc:sldMk cId="1249547940" sldId="272"/>
            <ac:cxnSpMk id="18" creationId="{D7E4BDBA-57A3-A08F-F866-C650CF8726E5}"/>
          </ac:cxnSpMkLst>
        </pc:cxnChg>
        <pc:cxnChg chg="add mod">
          <ac:chgData name="西澤　奏都" userId="90190134-b31f-4132-babe-1b85b6be4fb9" providerId="ADAL" clId="{26ABE16E-35F6-461B-9B45-4258BE2CE09B}" dt="2025-12-02T06:36:35.464" v="4420"/>
          <ac:cxnSpMkLst>
            <pc:docMk/>
            <pc:sldMk cId="1249547940" sldId="272"/>
            <ac:cxnSpMk id="22" creationId="{2E78BB02-B246-00F2-A970-FE51F065ADDD}"/>
          </ac:cxnSpMkLst>
        </pc:cxnChg>
      </pc:sldChg>
      <pc:sldChg chg="addSp delSp modSp add del mod ord">
        <pc:chgData name="西澤　奏都" userId="90190134-b31f-4132-babe-1b85b6be4fb9" providerId="ADAL" clId="{26ABE16E-35F6-461B-9B45-4258BE2CE09B}" dt="2025-12-02T07:27:08.182" v="5182" actId="47"/>
        <pc:sldMkLst>
          <pc:docMk/>
          <pc:sldMk cId="716512665" sldId="273"/>
        </pc:sldMkLst>
        <pc:spChg chg="del">
          <ac:chgData name="西澤　奏都" userId="90190134-b31f-4132-babe-1b85b6be4fb9" providerId="ADAL" clId="{26ABE16E-35F6-461B-9B45-4258BE2CE09B}" dt="2025-12-02T05:57:18.405" v="3864" actId="478"/>
          <ac:spMkLst>
            <pc:docMk/>
            <pc:sldMk cId="716512665" sldId="273"/>
            <ac:spMk id="2" creationId="{737DE885-CD98-0A82-CE6D-394EFE24D77D}"/>
          </ac:spMkLst>
        </pc:spChg>
        <pc:spChg chg="mod">
          <ac:chgData name="西澤　奏都" userId="90190134-b31f-4132-babe-1b85b6be4fb9" providerId="ADAL" clId="{26ABE16E-35F6-461B-9B45-4258BE2CE09B}" dt="2025-12-02T05:57:12.040" v="3863" actId="20577"/>
          <ac:spMkLst>
            <pc:docMk/>
            <pc:sldMk cId="716512665" sldId="273"/>
            <ac:spMk id="20" creationId="{E00EDC2A-1746-F9D0-55BC-539C39739CFE}"/>
          </ac:spMkLst>
        </pc:spChg>
        <pc:grpChg chg="del">
          <ac:chgData name="西澤　奏都" userId="90190134-b31f-4132-babe-1b85b6be4fb9" providerId="ADAL" clId="{26ABE16E-35F6-461B-9B45-4258BE2CE09B}" dt="2025-12-02T05:57:18.405" v="3864" actId="478"/>
          <ac:grpSpMkLst>
            <pc:docMk/>
            <pc:sldMk cId="716512665" sldId="273"/>
            <ac:grpSpMk id="3" creationId="{1F90D3AF-D29F-F2BD-1D69-566B87F725C7}"/>
          </ac:grpSpMkLst>
        </pc:grpChg>
        <pc:picChg chg="add mod">
          <ac:chgData name="西澤　奏都" userId="90190134-b31f-4132-babe-1b85b6be4fb9" providerId="ADAL" clId="{26ABE16E-35F6-461B-9B45-4258BE2CE09B}" dt="2025-12-02T05:57:37.511" v="3867" actId="1076"/>
          <ac:picMkLst>
            <pc:docMk/>
            <pc:sldMk cId="716512665" sldId="273"/>
            <ac:picMk id="9" creationId="{9534569A-A3E7-ED82-2B3C-B0246385A7EF}"/>
          </ac:picMkLst>
        </pc:picChg>
      </pc:sldChg>
      <pc:sldChg chg="delSp modSp add mod">
        <pc:chgData name="西澤　奏都" userId="90190134-b31f-4132-babe-1b85b6be4fb9" providerId="ADAL" clId="{26ABE16E-35F6-461B-9B45-4258BE2CE09B}" dt="2025-12-02T06:12:15.655" v="3970" actId="1076"/>
        <pc:sldMkLst>
          <pc:docMk/>
          <pc:sldMk cId="2614177067" sldId="274"/>
        </pc:sldMkLst>
        <pc:graphicFrameChg chg="del">
          <ac:chgData name="西澤　奏都" userId="90190134-b31f-4132-babe-1b85b6be4fb9" providerId="ADAL" clId="{26ABE16E-35F6-461B-9B45-4258BE2CE09B}" dt="2025-12-02T06:10:29.516" v="3938" actId="478"/>
          <ac:graphicFrameMkLst>
            <pc:docMk/>
            <pc:sldMk cId="2614177067" sldId="274"/>
            <ac:graphicFrameMk id="4" creationId="{516BBCE3-AF94-B7D4-D39B-8FEA45468E54}"/>
          </ac:graphicFrameMkLst>
        </pc:graphicFrameChg>
        <pc:graphicFrameChg chg="mod modGraphic">
          <ac:chgData name="西澤　奏都" userId="90190134-b31f-4132-babe-1b85b6be4fb9" providerId="ADAL" clId="{26ABE16E-35F6-461B-9B45-4258BE2CE09B}" dt="2025-12-02T06:12:15.655" v="3970" actId="1076"/>
          <ac:graphicFrameMkLst>
            <pc:docMk/>
            <pc:sldMk cId="2614177067" sldId="274"/>
            <ac:graphicFrameMk id="7" creationId="{08EC102C-69B5-06B0-8627-F50951FE6F83}"/>
          </ac:graphicFrameMkLst>
        </pc:graphicFrameChg>
      </pc:sldChg>
      <pc:sldMasterChg chg="modSp mod modSldLayout">
        <pc:chgData name="西澤　奏都" userId="90190134-b31f-4132-babe-1b85b6be4fb9" providerId="ADAL" clId="{26ABE16E-35F6-461B-9B45-4258BE2CE09B}" dt="2025-12-02T02:57:42.424" v="2652" actId="14100"/>
        <pc:sldMasterMkLst>
          <pc:docMk/>
          <pc:sldMasterMk cId="931509387" sldId="2147483660"/>
        </pc:sldMasterMkLst>
        <pc:spChg chg="mod">
          <ac:chgData name="西澤　奏都" userId="90190134-b31f-4132-babe-1b85b6be4fb9" providerId="ADAL" clId="{26ABE16E-35F6-461B-9B45-4258BE2CE09B}" dt="2025-12-02T02:19:58.969" v="2426" actId="1076"/>
          <ac:spMkLst>
            <pc:docMk/>
            <pc:sldMasterMk cId="931509387" sldId="2147483660"/>
            <ac:spMk id="6" creationId="{00000000-0000-0000-0000-000000000000}"/>
          </ac:spMkLst>
        </pc:spChg>
        <pc:sldLayoutChg chg="modSp mod">
          <pc:chgData name="西澤　奏都" userId="90190134-b31f-4132-babe-1b85b6be4fb9" providerId="ADAL" clId="{26ABE16E-35F6-461B-9B45-4258BE2CE09B}" dt="2025-12-02T02:17:05.540" v="2421" actId="1076"/>
          <pc:sldLayoutMkLst>
            <pc:docMk/>
            <pc:sldMasterMk cId="931509387" sldId="2147483660"/>
            <pc:sldLayoutMk cId="1470319128" sldId="2147483661"/>
          </pc:sldLayoutMkLst>
          <pc:spChg chg="mod">
            <ac:chgData name="西澤　奏都" userId="90190134-b31f-4132-babe-1b85b6be4fb9" providerId="ADAL" clId="{26ABE16E-35F6-461B-9B45-4258BE2CE09B}" dt="2025-12-02T02:17:05.540" v="2421" actId="1076"/>
            <ac:spMkLst>
              <pc:docMk/>
              <pc:sldMasterMk cId="931509387" sldId="2147483660"/>
              <pc:sldLayoutMk cId="1470319128" sldId="2147483661"/>
              <ac:spMk id="6" creationId="{00000000-0000-0000-0000-000000000000}"/>
            </ac:spMkLst>
          </pc:spChg>
        </pc:sldLayoutChg>
        <pc:sldLayoutChg chg="modSp mod">
          <pc:chgData name="西澤　奏都" userId="90190134-b31f-4132-babe-1b85b6be4fb9" providerId="ADAL" clId="{26ABE16E-35F6-461B-9B45-4258BE2CE09B}" dt="2025-12-02T02:20:53.567" v="2427" actId="1076"/>
          <pc:sldLayoutMkLst>
            <pc:docMk/>
            <pc:sldMasterMk cId="931509387" sldId="2147483660"/>
            <pc:sldLayoutMk cId="331062203" sldId="2147483662"/>
          </pc:sldLayoutMkLst>
          <pc:spChg chg="mod">
            <ac:chgData name="西澤　奏都" userId="90190134-b31f-4132-babe-1b85b6be4fb9" providerId="ADAL" clId="{26ABE16E-35F6-461B-9B45-4258BE2CE09B}" dt="2025-12-02T02:20:53.567" v="2427" actId="1076"/>
            <ac:spMkLst>
              <pc:docMk/>
              <pc:sldMasterMk cId="931509387" sldId="2147483660"/>
              <pc:sldLayoutMk cId="331062203" sldId="2147483662"/>
              <ac:spMk id="6" creationId="{00000000-0000-0000-0000-000000000000}"/>
            </ac:spMkLst>
          </pc:spChg>
        </pc:sldLayoutChg>
        <pc:sldLayoutChg chg="modSp mod">
          <pc:chgData name="西澤　奏都" userId="90190134-b31f-4132-babe-1b85b6be4fb9" providerId="ADAL" clId="{26ABE16E-35F6-461B-9B45-4258BE2CE09B}" dt="2025-12-02T02:21:06.507" v="2428" actId="1076"/>
          <pc:sldLayoutMkLst>
            <pc:docMk/>
            <pc:sldMasterMk cId="931509387" sldId="2147483660"/>
            <pc:sldLayoutMk cId="3727069122" sldId="2147483663"/>
          </pc:sldLayoutMkLst>
          <pc:spChg chg="mod">
            <ac:chgData name="西澤　奏都" userId="90190134-b31f-4132-babe-1b85b6be4fb9" providerId="ADAL" clId="{26ABE16E-35F6-461B-9B45-4258BE2CE09B}" dt="2025-12-02T02:21:06.507" v="2428" actId="1076"/>
            <ac:spMkLst>
              <pc:docMk/>
              <pc:sldMasterMk cId="931509387" sldId="2147483660"/>
              <pc:sldLayoutMk cId="3727069122" sldId="2147483663"/>
              <ac:spMk id="6" creationId="{00000000-0000-0000-0000-000000000000}"/>
            </ac:spMkLst>
          </pc:spChg>
        </pc:sldLayoutChg>
        <pc:sldLayoutChg chg="modSp mod">
          <pc:chgData name="西澤　奏都" userId="90190134-b31f-4132-babe-1b85b6be4fb9" providerId="ADAL" clId="{26ABE16E-35F6-461B-9B45-4258BE2CE09B}" dt="2025-12-02T02:18:23.409" v="2424" actId="1076"/>
          <pc:sldLayoutMkLst>
            <pc:docMk/>
            <pc:sldMasterMk cId="931509387" sldId="2147483660"/>
            <pc:sldLayoutMk cId="635332093" sldId="2147483664"/>
          </pc:sldLayoutMkLst>
          <pc:spChg chg="mod">
            <ac:chgData name="西澤　奏都" userId="90190134-b31f-4132-babe-1b85b6be4fb9" providerId="ADAL" clId="{26ABE16E-35F6-461B-9B45-4258BE2CE09B}" dt="2025-12-02T02:18:23.409" v="2424" actId="1076"/>
            <ac:spMkLst>
              <pc:docMk/>
              <pc:sldMasterMk cId="931509387" sldId="2147483660"/>
              <pc:sldLayoutMk cId="635332093" sldId="2147483664"/>
              <ac:spMk id="7" creationId="{00000000-0000-0000-0000-000000000000}"/>
            </ac:spMkLst>
          </pc:spChg>
        </pc:sldLayoutChg>
        <pc:sldLayoutChg chg="addSp modSp mod">
          <pc:chgData name="西澤　奏都" userId="90190134-b31f-4132-babe-1b85b6be4fb9" providerId="ADAL" clId="{26ABE16E-35F6-461B-9B45-4258BE2CE09B}" dt="2025-12-02T02:57:42.424" v="2652" actId="14100"/>
          <pc:sldLayoutMkLst>
            <pc:docMk/>
            <pc:sldMasterMk cId="931509387" sldId="2147483660"/>
            <pc:sldLayoutMk cId="627392271" sldId="2147483666"/>
          </pc:sldLayoutMkLst>
          <pc:spChg chg="mod ord">
            <ac:chgData name="西澤　奏都" userId="90190134-b31f-4132-babe-1b85b6be4fb9" providerId="ADAL" clId="{26ABE16E-35F6-461B-9B45-4258BE2CE09B}" dt="2025-12-02T02:39:05.572" v="2535" actId="1076"/>
            <ac:spMkLst>
              <pc:docMk/>
              <pc:sldMasterMk cId="931509387" sldId="2147483660"/>
              <pc:sldLayoutMk cId="627392271" sldId="2147483666"/>
              <ac:spMk id="2" creationId="{00000000-0000-0000-0000-000000000000}"/>
            </ac:spMkLst>
          </pc:spChg>
          <pc:spChg chg="mod">
            <ac:chgData name="西澤　奏都" userId="90190134-b31f-4132-babe-1b85b6be4fb9" providerId="ADAL" clId="{26ABE16E-35F6-461B-9B45-4258BE2CE09B}" dt="2025-12-02T02:26:25.977" v="2464" actId="403"/>
            <ac:spMkLst>
              <pc:docMk/>
              <pc:sldMasterMk cId="931509387" sldId="2147483660"/>
              <pc:sldLayoutMk cId="627392271" sldId="2147483666"/>
              <ac:spMk id="5" creationId="{00000000-0000-0000-0000-000000000000}"/>
            </ac:spMkLst>
          </pc:spChg>
          <pc:spChg chg="add mod ord">
            <ac:chgData name="西澤　奏都" userId="90190134-b31f-4132-babe-1b85b6be4fb9" providerId="ADAL" clId="{26ABE16E-35F6-461B-9B45-4258BE2CE09B}" dt="2025-12-02T02:57:42.424" v="2652" actId="14100"/>
            <ac:spMkLst>
              <pc:docMk/>
              <pc:sldMasterMk cId="931509387" sldId="2147483660"/>
              <pc:sldLayoutMk cId="627392271" sldId="2147483666"/>
              <ac:spMk id="6" creationId="{284BCB7E-AC97-022E-DE8D-21A05037CD20}"/>
            </ac:spMkLst>
          </pc:spChg>
          <pc:spChg chg="add mod ord">
            <ac:chgData name="西澤　奏都" userId="90190134-b31f-4132-babe-1b85b6be4fb9" providerId="ADAL" clId="{26ABE16E-35F6-461B-9B45-4258BE2CE09B}" dt="2025-12-02T02:26:36.348" v="2466" actId="14100"/>
            <ac:spMkLst>
              <pc:docMk/>
              <pc:sldMasterMk cId="931509387" sldId="2147483660"/>
              <pc:sldLayoutMk cId="627392271" sldId="2147483666"/>
              <ac:spMk id="7" creationId="{6918CEDF-EAAC-BEF8-DBCD-FEE9E6EF54A7}"/>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585F43-A3F0-40B1-8B30-79926A888A87}" type="datetimeFigureOut">
              <a:rPr kumimoji="1" lang="ja-JP" altLang="en-US" smtClean="0"/>
              <a:t>2026/1/8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514B32-4E6E-49F5-AF84-F2E30A6572B6}" type="slidenum">
              <a:rPr kumimoji="1" lang="ja-JP" altLang="en-US" smtClean="0"/>
              <a:t>‹#›</a:t>
            </a:fld>
            <a:endParaRPr kumimoji="1" lang="ja-JP" altLang="en-US"/>
          </a:p>
        </p:txBody>
      </p:sp>
    </p:spTree>
    <p:extLst>
      <p:ext uri="{BB962C8B-B14F-4D97-AF65-F5344CB8AC3E}">
        <p14:creationId xmlns:p14="http://schemas.microsoft.com/office/powerpoint/2010/main" val="28173811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a:t>
            </a:fld>
            <a:endParaRPr kumimoji="1" lang="ja-JP" altLang="en-US"/>
          </a:p>
        </p:txBody>
      </p:sp>
    </p:spTree>
    <p:extLst>
      <p:ext uri="{BB962C8B-B14F-4D97-AF65-F5344CB8AC3E}">
        <p14:creationId xmlns:p14="http://schemas.microsoft.com/office/powerpoint/2010/main" val="1776817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1:00</a:t>
            </a:r>
          </a:p>
          <a:p>
            <a:r>
              <a:rPr kumimoji="1" lang="ja-JP" altLang="en-US" dirty="0"/>
              <a:t>目的</a:t>
            </a:r>
            <a:endParaRPr kumimoji="1" lang="en-US" altLang="ja-JP" dirty="0"/>
          </a:p>
          <a:p>
            <a:r>
              <a:rPr kumimoji="1" lang="ja-JP" altLang="en-US" dirty="0"/>
              <a:t>⇩</a:t>
            </a:r>
            <a:endParaRPr kumimoji="1" lang="en-US" altLang="ja-JP" dirty="0"/>
          </a:p>
          <a:p>
            <a:r>
              <a:rPr kumimoji="1" lang="ja-JP" altLang="en-US" dirty="0"/>
              <a:t>方法：動画の人格切り替わりの様子説明</a:t>
            </a:r>
            <a:endParaRPr kumimoji="1" lang="en-US" altLang="ja-JP" dirty="0"/>
          </a:p>
          <a:p>
            <a:r>
              <a:rPr kumimoji="1" lang="ja-JP" altLang="en-US" dirty="0"/>
              <a:t>⇩</a:t>
            </a:r>
            <a:endParaRPr kumimoji="1" lang="en-US" altLang="ja-JP" dirty="0"/>
          </a:p>
          <a:p>
            <a:r>
              <a:rPr kumimoji="1" lang="ja-JP" altLang="en-US" dirty="0"/>
              <a:t>実験方法</a:t>
            </a:r>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2</a:t>
            </a:fld>
            <a:endParaRPr kumimoji="1" lang="ja-JP" altLang="en-US"/>
          </a:p>
        </p:txBody>
      </p:sp>
    </p:spTree>
    <p:extLst>
      <p:ext uri="{BB962C8B-B14F-4D97-AF65-F5344CB8AC3E}">
        <p14:creationId xmlns:p14="http://schemas.microsoft.com/office/powerpoint/2010/main" val="3353295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近年</a:t>
            </a:r>
            <a:r>
              <a:rPr lang="en-US" altLang="ja-JP" dirty="0"/>
              <a:t>LLM</a:t>
            </a:r>
            <a:r>
              <a:rPr lang="ja-JP" altLang="en-US" dirty="0"/>
              <a:t>を用いた</a:t>
            </a:r>
            <a:r>
              <a:rPr lang="en-US" altLang="ja-JP" dirty="0"/>
              <a:t>AI</a:t>
            </a:r>
            <a:r>
              <a:rPr lang="ja-JP" altLang="en-US" dirty="0"/>
              <a:t>は広く普及されている</a:t>
            </a:r>
            <a:br>
              <a:rPr lang="en-US" altLang="ja-JP" dirty="0"/>
            </a:br>
            <a:br>
              <a:rPr lang="en-US" altLang="ja-JP" dirty="0"/>
            </a:br>
            <a:r>
              <a:rPr lang="en-US" altLang="ja-JP" dirty="0"/>
              <a:t>4</a:t>
            </a:r>
            <a:r>
              <a:rPr lang="ja-JP" altLang="en-US" dirty="0"/>
              <a:t>割とは情報正確性の不満</a:t>
            </a:r>
            <a:endParaRPr lang="en-US" altLang="ja-JP" dirty="0"/>
          </a:p>
          <a:p>
            <a:endParaRPr lang="en-US" altLang="ja-JP" dirty="0"/>
          </a:p>
          <a:p>
            <a:r>
              <a:rPr lang="ja-JP" altLang="en-US" dirty="0"/>
              <a:t>再生成の繰り返しや事実確認に時間を取られ，トータルの作業時間が「</a:t>
            </a:r>
            <a:r>
              <a:rPr lang="en-US" altLang="ja-JP" dirty="0"/>
              <a:t>LLM</a:t>
            </a:r>
            <a:r>
              <a:rPr lang="ja-JP" altLang="en-US" dirty="0"/>
              <a:t>を使わない場合」よりも長くなる逆転現象</a:t>
            </a: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3</a:t>
            </a:fld>
            <a:endParaRPr kumimoji="1" lang="ja-JP" altLang="en-US"/>
          </a:p>
        </p:txBody>
      </p:sp>
    </p:spTree>
    <p:extLst>
      <p:ext uri="{BB962C8B-B14F-4D97-AF65-F5344CB8AC3E}">
        <p14:creationId xmlns:p14="http://schemas.microsoft.com/office/powerpoint/2010/main" val="3225981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エスターウッド</a:t>
            </a:r>
            <a:br>
              <a:rPr lang="en-US" altLang="ja-JP" dirty="0"/>
            </a:br>
            <a:r>
              <a:rPr lang="ja-JP" altLang="en-US" dirty="0"/>
              <a:t>マーテル</a:t>
            </a:r>
            <a:br>
              <a:rPr lang="en-US" altLang="ja-JP" dirty="0"/>
            </a:br>
            <a:r>
              <a:rPr lang="ja-JP" altLang="en-US" dirty="0"/>
              <a:t>一度不信感を持たれた対象はネガティブな印象の完全な払拭は難しい</a:t>
            </a:r>
            <a:endParaRPr lang="en-US" altLang="ja-JP"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4</a:t>
            </a:fld>
            <a:endParaRPr kumimoji="1" lang="ja-JP" altLang="en-US"/>
          </a:p>
        </p:txBody>
      </p:sp>
    </p:spTree>
    <p:extLst>
      <p:ext uri="{BB962C8B-B14F-4D97-AF65-F5344CB8AC3E}">
        <p14:creationId xmlns:p14="http://schemas.microsoft.com/office/powerpoint/2010/main" val="1124956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本研究では，不信感を持たれた対象そのものを切り替えることにより，</a:t>
            </a:r>
            <a:r>
              <a:rPr lang="en-US" altLang="ja-JP" dirty="0"/>
              <a:t>LLM</a:t>
            </a:r>
            <a:r>
              <a:rPr lang="ja-JP" altLang="en-US" dirty="0"/>
              <a:t>のネガティブな印象のリセットを目的とする</a:t>
            </a:r>
            <a:br>
              <a:rPr lang="en-US" altLang="ja-JP" dirty="0"/>
            </a:b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5</a:t>
            </a:fld>
            <a:endParaRPr kumimoji="1" lang="ja-JP" altLang="en-US"/>
          </a:p>
        </p:txBody>
      </p:sp>
    </p:spTree>
    <p:extLst>
      <p:ext uri="{BB962C8B-B14F-4D97-AF65-F5344CB8AC3E}">
        <p14:creationId xmlns:p14="http://schemas.microsoft.com/office/powerpoint/2010/main" val="1408333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6</a:t>
            </a:fld>
            <a:endParaRPr kumimoji="1" lang="ja-JP" altLang="en-US"/>
          </a:p>
        </p:txBody>
      </p:sp>
    </p:spTree>
    <p:extLst>
      <p:ext uri="{BB962C8B-B14F-4D97-AF65-F5344CB8AC3E}">
        <p14:creationId xmlns:p14="http://schemas.microsoft.com/office/powerpoint/2010/main" val="1069157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5552-98D5-AB56-96A9-CFDE4A09034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951A27-D283-AB7C-3C11-AA13AE9F1A3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8F719C7-02AC-5560-C061-E8A906B0BB71}"/>
              </a:ext>
            </a:extLst>
          </p:cNvPr>
          <p:cNvSpPr>
            <a:spLocks noGrp="1"/>
          </p:cNvSpPr>
          <p:nvPr>
            <p:ph type="body" idx="1"/>
          </p:nvPr>
        </p:nvSpPr>
        <p:spPr/>
        <p:txBody>
          <a:bodyPr/>
          <a:lstStyle/>
          <a:p>
            <a:r>
              <a:rPr lang="ja-JP" altLang="en-US" b="0" dirty="0"/>
              <a:t>ラディサヴリェヴィッチ</a:t>
            </a:r>
            <a:br>
              <a:rPr kumimoji="1" lang="en-US" altLang="ja-JP" dirty="0"/>
            </a:br>
            <a:r>
              <a:rPr kumimoji="1" lang="ja-JP" altLang="en-US" dirty="0"/>
              <a:t>エネルギーの方向：</a:t>
            </a:r>
            <a:r>
              <a:rPr kumimoji="1" lang="en-US" altLang="ja-JP" dirty="0"/>
              <a:t>E</a:t>
            </a:r>
            <a:r>
              <a:rPr kumimoji="1" lang="ja-JP" altLang="en-US" dirty="0"/>
              <a:t>は</a:t>
            </a:r>
            <a:r>
              <a:rPr lang="ja-JP" altLang="en-US" dirty="0"/>
              <a:t>外界にエネルギー源を求める．</a:t>
            </a:r>
            <a:r>
              <a:rPr lang="en-US" altLang="ja-JP" dirty="0"/>
              <a:t>I</a:t>
            </a:r>
            <a:r>
              <a:rPr lang="ja-JP" altLang="en-US" dirty="0"/>
              <a:t>は内界にエネルギーを求める．</a:t>
            </a:r>
            <a:endParaRPr kumimoji="1" lang="en-US" altLang="ja-JP" dirty="0"/>
          </a:p>
          <a:p>
            <a:r>
              <a:rPr kumimoji="1" lang="ja-JP" altLang="en-US" dirty="0"/>
              <a:t>情報収集方法：</a:t>
            </a:r>
            <a:r>
              <a:rPr kumimoji="1" lang="en-US" altLang="ja-JP" dirty="0"/>
              <a:t>S</a:t>
            </a:r>
            <a:r>
              <a:rPr kumimoji="1" lang="ja-JP" altLang="en-US" dirty="0"/>
              <a:t>は具体的で実際的なことや事実．</a:t>
            </a:r>
            <a:r>
              <a:rPr kumimoji="1" lang="en-US" altLang="ja-JP" dirty="0"/>
              <a:t>N</a:t>
            </a:r>
            <a:r>
              <a:rPr kumimoji="1" lang="ja-JP" altLang="en-US" dirty="0"/>
              <a:t>は比喩的なものやアイデアや可能性を関連付ける．</a:t>
            </a:r>
            <a:endParaRPr kumimoji="1" lang="en-US" altLang="ja-JP" dirty="0"/>
          </a:p>
          <a:p>
            <a:r>
              <a:rPr kumimoji="1" lang="ja-JP" altLang="en-US" dirty="0"/>
              <a:t>判断方法：</a:t>
            </a:r>
            <a:r>
              <a:rPr kumimoji="1" lang="en-US" altLang="ja-JP" dirty="0"/>
              <a:t>T</a:t>
            </a:r>
            <a:r>
              <a:rPr kumimoji="1" lang="ja-JP" altLang="en-US" dirty="0"/>
              <a:t>は経験を論理で捉える．</a:t>
            </a:r>
            <a:r>
              <a:rPr kumimoji="1" lang="en-US" altLang="ja-JP" dirty="0"/>
              <a:t>F</a:t>
            </a:r>
            <a:r>
              <a:rPr kumimoji="1" lang="ja-JP" altLang="en-US" dirty="0"/>
              <a:t>は経験を好き嫌いで捉える．</a:t>
            </a:r>
            <a:endParaRPr kumimoji="1" lang="en-US" altLang="ja-JP" dirty="0"/>
          </a:p>
          <a:p>
            <a:r>
              <a:rPr kumimoji="1" lang="ja-JP" altLang="en-US" dirty="0"/>
              <a:t>生活様式：</a:t>
            </a:r>
            <a:r>
              <a:rPr kumimoji="1" lang="en-US" altLang="ja-JP" dirty="0"/>
              <a:t>J</a:t>
            </a:r>
            <a:r>
              <a:rPr kumimoji="1" lang="ja-JP" altLang="en-US" dirty="0"/>
              <a:t>は物事を決めたり，順を追って話をする傾向．</a:t>
            </a:r>
            <a:r>
              <a:rPr kumimoji="1" lang="en-US" altLang="ja-JP" dirty="0"/>
              <a:t>P</a:t>
            </a:r>
            <a:r>
              <a:rPr kumimoji="1" lang="ja-JP" altLang="en-US" dirty="0"/>
              <a:t>はその場で対応したり，臨機応変とする傾向</a:t>
            </a:r>
          </a:p>
        </p:txBody>
      </p:sp>
      <p:sp>
        <p:nvSpPr>
          <p:cNvPr id="4" name="スライド番号プレースホルダー 3">
            <a:extLst>
              <a:ext uri="{FF2B5EF4-FFF2-40B4-BE49-F238E27FC236}">
                <a16:creationId xmlns:a16="http://schemas.microsoft.com/office/drawing/2014/main" id="{8A77669F-BDF2-3E03-76BB-466AE1C80814}"/>
              </a:ext>
            </a:extLst>
          </p:cNvPr>
          <p:cNvSpPr>
            <a:spLocks noGrp="1"/>
          </p:cNvSpPr>
          <p:nvPr>
            <p:ph type="sldNum" sz="quarter" idx="5"/>
          </p:nvPr>
        </p:nvSpPr>
        <p:spPr/>
        <p:txBody>
          <a:bodyPr/>
          <a:lstStyle/>
          <a:p>
            <a:fld id="{A5514B32-4E6E-49F5-AF84-F2E30A6572B6}" type="slidenum">
              <a:rPr kumimoji="1" lang="ja-JP" altLang="en-US" smtClean="0"/>
              <a:t>7</a:t>
            </a:fld>
            <a:endParaRPr kumimoji="1" lang="ja-JP" altLang="en-US"/>
          </a:p>
        </p:txBody>
      </p:sp>
    </p:spTree>
    <p:extLst>
      <p:ext uri="{BB962C8B-B14F-4D97-AF65-F5344CB8AC3E}">
        <p14:creationId xmlns:p14="http://schemas.microsoft.com/office/powerpoint/2010/main" val="38194125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B97B4-7FFC-FD31-32E6-EC6AFA6A25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893426B-6BDC-1514-403B-DFBD0930233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972B7A-D76E-6C4E-ADD1-38AE5251806D}"/>
              </a:ext>
            </a:extLst>
          </p:cNvPr>
          <p:cNvSpPr>
            <a:spLocks noGrp="1"/>
          </p:cNvSpPr>
          <p:nvPr>
            <p:ph type="body" idx="1"/>
          </p:nvPr>
        </p:nvSpPr>
        <p:spPr/>
        <p:txBody>
          <a:bodyPr/>
          <a:lstStyle/>
          <a:p>
            <a:r>
              <a:rPr kumimoji="1" lang="en-US" altLang="ja-JP" dirty="0"/>
              <a:t>ISTJ</a:t>
            </a:r>
            <a:r>
              <a:rPr kumimoji="1" lang="ja-JP" altLang="en-US" dirty="0"/>
              <a:t>と</a:t>
            </a:r>
            <a:r>
              <a:rPr kumimoji="1" lang="en-US" altLang="ja-JP" dirty="0"/>
              <a:t>ENFP</a:t>
            </a:r>
            <a:r>
              <a:rPr kumimoji="1" lang="ja-JP" altLang="en-US" dirty="0"/>
              <a:t>はすべてが対極</a:t>
            </a:r>
            <a:br>
              <a:rPr kumimoji="1" lang="en-US" altLang="ja-JP" dirty="0"/>
            </a:br>
            <a:r>
              <a:rPr kumimoji="1" lang="ja-JP" altLang="en-US" dirty="0"/>
              <a:t>対話時の口調や言葉遣いに明確な変化が生じる期待</a:t>
            </a:r>
            <a:endParaRPr kumimoji="1" lang="en-US" altLang="ja-JP" dirty="0"/>
          </a:p>
          <a:p>
            <a:endParaRPr kumimoji="1" lang="en-US" altLang="ja-JP" dirty="0"/>
          </a:p>
          <a:p>
            <a:endParaRPr kumimoji="1" lang="en-US" altLang="ja-JP" dirty="0"/>
          </a:p>
          <a:p>
            <a:r>
              <a:rPr kumimoji="1" lang="ja-JP" altLang="en-US" dirty="0"/>
              <a:t>イラスト</a:t>
            </a:r>
            <a:r>
              <a:rPr kumimoji="1" lang="en-US" altLang="ja-JP" dirty="0"/>
              <a:t>:</a:t>
            </a:r>
            <a:r>
              <a:rPr kumimoji="1" lang="en-US" altLang="ja-JP" dirty="0" err="1"/>
              <a:t>p_oniku</a:t>
            </a:r>
            <a:r>
              <a:rPr kumimoji="1" lang="en-US" altLang="ja-JP" dirty="0"/>
              <a:t>_</a:t>
            </a:r>
            <a:endParaRPr kumimoji="1" lang="ja-JP" altLang="en-US" dirty="0"/>
          </a:p>
        </p:txBody>
      </p:sp>
      <p:sp>
        <p:nvSpPr>
          <p:cNvPr id="4" name="スライド番号プレースホルダー 3">
            <a:extLst>
              <a:ext uri="{FF2B5EF4-FFF2-40B4-BE49-F238E27FC236}">
                <a16:creationId xmlns:a16="http://schemas.microsoft.com/office/drawing/2014/main" id="{DC1AE152-13FF-EB9A-6640-7628A18C2F04}"/>
              </a:ext>
            </a:extLst>
          </p:cNvPr>
          <p:cNvSpPr>
            <a:spLocks noGrp="1"/>
          </p:cNvSpPr>
          <p:nvPr>
            <p:ph type="sldNum" sz="quarter" idx="5"/>
          </p:nvPr>
        </p:nvSpPr>
        <p:spPr/>
        <p:txBody>
          <a:bodyPr/>
          <a:lstStyle/>
          <a:p>
            <a:fld id="{A5514B32-4E6E-49F5-AF84-F2E30A6572B6}" type="slidenum">
              <a:rPr kumimoji="1" lang="ja-JP" altLang="en-US" smtClean="0"/>
              <a:t>8</a:t>
            </a:fld>
            <a:endParaRPr kumimoji="1" lang="ja-JP" altLang="en-US"/>
          </a:p>
        </p:txBody>
      </p:sp>
    </p:spTree>
    <p:extLst>
      <p:ext uri="{BB962C8B-B14F-4D97-AF65-F5344CB8AC3E}">
        <p14:creationId xmlns:p14="http://schemas.microsoft.com/office/powerpoint/2010/main" val="25041357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33387-1B9A-FEF8-B309-9E0238439B0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EC47A7D-C33B-461C-55F6-803365721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217050-3490-A832-622F-F209C20C728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22EBA75-347B-0879-FB33-E02B639C484C}"/>
              </a:ext>
            </a:extLst>
          </p:cNvPr>
          <p:cNvSpPr>
            <a:spLocks noGrp="1"/>
          </p:cNvSpPr>
          <p:nvPr>
            <p:ph type="sldNum" sz="quarter" idx="5"/>
          </p:nvPr>
        </p:nvSpPr>
        <p:spPr/>
        <p:txBody>
          <a:bodyPr/>
          <a:lstStyle/>
          <a:p>
            <a:fld id="{A5514B32-4E6E-49F5-AF84-F2E30A6572B6}" type="slidenum">
              <a:rPr kumimoji="1" lang="ja-JP" altLang="en-US" smtClean="0"/>
              <a:t>9</a:t>
            </a:fld>
            <a:endParaRPr kumimoji="1" lang="ja-JP" altLang="en-US"/>
          </a:p>
        </p:txBody>
      </p:sp>
    </p:spTree>
    <p:extLst>
      <p:ext uri="{BB962C8B-B14F-4D97-AF65-F5344CB8AC3E}">
        <p14:creationId xmlns:p14="http://schemas.microsoft.com/office/powerpoint/2010/main" val="1735507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CBD5C-A71C-DBFF-2F46-A953319211E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689C8B-8F9A-9379-F0AA-97EEA7F93E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93DDD3C-5028-BF41-34BA-FBAC536FE44A}"/>
              </a:ext>
            </a:extLst>
          </p:cNvPr>
          <p:cNvSpPr>
            <a:spLocks noGrp="1"/>
          </p:cNvSpPr>
          <p:nvPr>
            <p:ph type="body" idx="1"/>
          </p:nvPr>
        </p:nvSpPr>
        <p:spPr/>
        <p:txBody>
          <a:bodyPr/>
          <a:lstStyle/>
          <a:p>
            <a:r>
              <a:rPr kumimoji="1" lang="ja-JP" altLang="en-US" dirty="0"/>
              <a:t>プロンプトの和訳途中まで</a:t>
            </a:r>
          </a:p>
        </p:txBody>
      </p:sp>
      <p:sp>
        <p:nvSpPr>
          <p:cNvPr id="4" name="スライド番号プレースホルダー 3">
            <a:extLst>
              <a:ext uri="{FF2B5EF4-FFF2-40B4-BE49-F238E27FC236}">
                <a16:creationId xmlns:a16="http://schemas.microsoft.com/office/drawing/2014/main" id="{7C41EFB0-BC91-A9C0-5502-4407A222E836}"/>
              </a:ext>
            </a:extLst>
          </p:cNvPr>
          <p:cNvSpPr>
            <a:spLocks noGrp="1"/>
          </p:cNvSpPr>
          <p:nvPr>
            <p:ph type="sldNum" sz="quarter" idx="5"/>
          </p:nvPr>
        </p:nvSpPr>
        <p:spPr/>
        <p:txBody>
          <a:bodyPr/>
          <a:lstStyle/>
          <a:p>
            <a:fld id="{A5514B32-4E6E-49F5-AF84-F2E30A6572B6}" type="slidenum">
              <a:rPr kumimoji="1" lang="ja-JP" altLang="en-US" smtClean="0"/>
              <a:t>10</a:t>
            </a:fld>
            <a:endParaRPr kumimoji="1" lang="ja-JP" altLang="en-US"/>
          </a:p>
        </p:txBody>
      </p:sp>
    </p:spTree>
    <p:extLst>
      <p:ext uri="{BB962C8B-B14F-4D97-AF65-F5344CB8AC3E}">
        <p14:creationId xmlns:p14="http://schemas.microsoft.com/office/powerpoint/2010/main" val="2615666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C22C2-6AEA-8B6F-51D6-FBAAC7EAE1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90EC70-B669-357E-C69B-D1FD642E25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307265-1AEC-655E-AED2-216E2CA04151}"/>
              </a:ext>
            </a:extLst>
          </p:cNvPr>
          <p:cNvSpPr>
            <a:spLocks noGrp="1"/>
          </p:cNvSpPr>
          <p:nvPr>
            <p:ph type="body" idx="1"/>
          </p:nvPr>
        </p:nvSpPr>
        <p:spPr/>
        <p:txBody>
          <a:bodyPr/>
          <a:lstStyle/>
          <a:p>
            <a:r>
              <a:rPr kumimoji="1" lang="ja-JP" altLang="en-US" dirty="0"/>
              <a:t>プロンプトの和訳途中まで</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025E76E8-8AB5-68D4-93F6-DC2626146753}"/>
              </a:ext>
            </a:extLst>
          </p:cNvPr>
          <p:cNvSpPr>
            <a:spLocks noGrp="1"/>
          </p:cNvSpPr>
          <p:nvPr>
            <p:ph type="sldNum" sz="quarter" idx="5"/>
          </p:nvPr>
        </p:nvSpPr>
        <p:spPr/>
        <p:txBody>
          <a:bodyPr/>
          <a:lstStyle/>
          <a:p>
            <a:fld id="{A5514B32-4E6E-49F5-AF84-F2E30A6572B6}" type="slidenum">
              <a:rPr kumimoji="1" lang="ja-JP" altLang="en-US" smtClean="0"/>
              <a:t>11</a:t>
            </a:fld>
            <a:endParaRPr kumimoji="1" lang="ja-JP" altLang="en-US"/>
          </a:p>
        </p:txBody>
      </p:sp>
    </p:spTree>
    <p:extLst>
      <p:ext uri="{BB962C8B-B14F-4D97-AF65-F5344CB8AC3E}">
        <p14:creationId xmlns:p14="http://schemas.microsoft.com/office/powerpoint/2010/main" val="1012569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2DEC6-4CF5-0525-0561-C770576F93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2FC59F-EDFD-8C98-B742-8EE37B1EB60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6D3045-EB70-3FE2-C57A-93DFC0376858}"/>
              </a:ext>
            </a:extLst>
          </p:cNvPr>
          <p:cNvSpPr>
            <a:spLocks noGrp="1"/>
          </p:cNvSpPr>
          <p:nvPr>
            <p:ph type="body" idx="1"/>
          </p:nvPr>
        </p:nvSpPr>
        <p:spPr/>
        <p:txBody>
          <a:bodyPr/>
          <a:lstStyle/>
          <a:p>
            <a:r>
              <a:rPr kumimoji="1" lang="en-US" altLang="ja-JP" dirty="0"/>
              <a:t>7:30~8:30</a:t>
            </a:r>
            <a:br>
              <a:rPr kumimoji="1" lang="en-US" altLang="ja-JP" dirty="0"/>
            </a:br>
            <a:r>
              <a:rPr kumimoji="1" lang="ja-JP" altLang="en-US" dirty="0"/>
              <a:t>ここからは和文プロンプト</a:t>
            </a:r>
            <a:br>
              <a:rPr kumimoji="1" lang="en-US" altLang="ja-JP" dirty="0"/>
            </a:br>
            <a:r>
              <a:rPr kumimoji="1" lang="en-US" altLang="ja-JP" dirty="0"/>
              <a:t>[</a:t>
            </a:r>
            <a:r>
              <a:rPr kumimoji="1" lang="ja-JP" altLang="en-US" dirty="0"/>
              <a:t>変換前の文章</a:t>
            </a:r>
            <a:r>
              <a:rPr kumimoji="1" lang="en-US" altLang="ja-JP" dirty="0"/>
              <a:t>]</a:t>
            </a:r>
            <a:r>
              <a:rPr kumimoji="1" lang="ja-JP" altLang="en-US" dirty="0"/>
              <a:t>には実際の文章を入力する</a:t>
            </a:r>
            <a:endParaRPr kumimoji="1" lang="en-US" altLang="ja-JP" dirty="0"/>
          </a:p>
          <a:p>
            <a:r>
              <a:rPr kumimoji="1" lang="ja-JP" altLang="en-US" dirty="0"/>
              <a:t>　</a:t>
            </a:r>
            <a:endParaRPr kumimoji="1" lang="en-US" altLang="ja-JP" dirty="0"/>
          </a:p>
          <a:p>
            <a:r>
              <a:rPr kumimoji="1" lang="ja-JP" altLang="en-US" dirty="0"/>
              <a:t>実験で提示する内容は実際には人格を付与した</a:t>
            </a:r>
            <a:r>
              <a:rPr kumimoji="1" lang="en-US" altLang="ja-JP" dirty="0"/>
              <a:t>LLM</a:t>
            </a:r>
            <a:r>
              <a:rPr kumimoji="1" lang="ja-JP" altLang="en-US" dirty="0"/>
              <a:t>に</a:t>
            </a:r>
          </a:p>
        </p:txBody>
      </p:sp>
      <p:sp>
        <p:nvSpPr>
          <p:cNvPr id="4" name="スライド番号プレースホルダー 3">
            <a:extLst>
              <a:ext uri="{FF2B5EF4-FFF2-40B4-BE49-F238E27FC236}">
                <a16:creationId xmlns:a16="http://schemas.microsoft.com/office/drawing/2014/main" id="{04079A83-27ED-A881-3BEE-F9A456DE4C8D}"/>
              </a:ext>
            </a:extLst>
          </p:cNvPr>
          <p:cNvSpPr>
            <a:spLocks noGrp="1"/>
          </p:cNvSpPr>
          <p:nvPr>
            <p:ph type="sldNum" sz="quarter" idx="5"/>
          </p:nvPr>
        </p:nvSpPr>
        <p:spPr/>
        <p:txBody>
          <a:bodyPr/>
          <a:lstStyle/>
          <a:p>
            <a:fld id="{A5514B32-4E6E-49F5-AF84-F2E30A6572B6}" type="slidenum">
              <a:rPr kumimoji="1" lang="ja-JP" altLang="en-US" smtClean="0"/>
              <a:t>12</a:t>
            </a:fld>
            <a:endParaRPr kumimoji="1" lang="ja-JP" altLang="en-US"/>
          </a:p>
        </p:txBody>
      </p:sp>
    </p:spTree>
    <p:extLst>
      <p:ext uri="{BB962C8B-B14F-4D97-AF65-F5344CB8AC3E}">
        <p14:creationId xmlns:p14="http://schemas.microsoft.com/office/powerpoint/2010/main" val="607062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77BA2-F232-9FEA-8622-406D8CD45C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43FA05-1050-4ED8-F11D-E3536FBEA84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8A36D7-ECFB-A11D-ADDE-D240FAF1B27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085F60-B1B8-6D22-CFDF-C62B1D256971}"/>
              </a:ext>
            </a:extLst>
          </p:cNvPr>
          <p:cNvSpPr>
            <a:spLocks noGrp="1"/>
          </p:cNvSpPr>
          <p:nvPr>
            <p:ph type="sldNum" sz="quarter" idx="5"/>
          </p:nvPr>
        </p:nvSpPr>
        <p:spPr/>
        <p:txBody>
          <a:bodyPr/>
          <a:lstStyle/>
          <a:p>
            <a:fld id="{A5514B32-4E6E-49F5-AF84-F2E30A6572B6}" type="slidenum">
              <a:rPr kumimoji="1" lang="ja-JP" altLang="en-US" smtClean="0"/>
              <a:t>13</a:t>
            </a:fld>
            <a:endParaRPr kumimoji="1" lang="ja-JP" altLang="en-US"/>
          </a:p>
        </p:txBody>
      </p:sp>
    </p:spTree>
    <p:extLst>
      <p:ext uri="{BB962C8B-B14F-4D97-AF65-F5344CB8AC3E}">
        <p14:creationId xmlns:p14="http://schemas.microsoft.com/office/powerpoint/2010/main" val="2260872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03A72-9B01-1731-43B6-3A93A645F48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C9F3A1-021E-706E-430E-9A0BE5227D0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A30AE3-E098-8336-D7C9-006D921F6B52}"/>
              </a:ext>
            </a:extLst>
          </p:cNvPr>
          <p:cNvSpPr>
            <a:spLocks noGrp="1"/>
          </p:cNvSpPr>
          <p:nvPr>
            <p:ph type="body" idx="1"/>
          </p:nvPr>
        </p:nvSpPr>
        <p:spPr/>
        <p:txBody>
          <a:bodyPr/>
          <a:lstStyle/>
          <a:p>
            <a:r>
              <a:rPr kumimoji="1" lang="ja-JP" altLang="en-US" dirty="0"/>
              <a:t>提示する対話の内容パターン</a:t>
            </a:r>
            <a:r>
              <a:rPr kumimoji="1" lang="en-US" altLang="ja-JP" dirty="0"/>
              <a:t>2</a:t>
            </a:r>
            <a:endParaRPr kumimoji="1" lang="ja-JP" altLang="en-US" dirty="0"/>
          </a:p>
        </p:txBody>
      </p:sp>
      <p:sp>
        <p:nvSpPr>
          <p:cNvPr id="4" name="スライド番号プレースホルダー 3">
            <a:extLst>
              <a:ext uri="{FF2B5EF4-FFF2-40B4-BE49-F238E27FC236}">
                <a16:creationId xmlns:a16="http://schemas.microsoft.com/office/drawing/2014/main" id="{EC690710-F43E-6EAC-3283-2AF0931523FC}"/>
              </a:ext>
            </a:extLst>
          </p:cNvPr>
          <p:cNvSpPr>
            <a:spLocks noGrp="1"/>
          </p:cNvSpPr>
          <p:nvPr>
            <p:ph type="sldNum" sz="quarter" idx="5"/>
          </p:nvPr>
        </p:nvSpPr>
        <p:spPr/>
        <p:txBody>
          <a:bodyPr/>
          <a:lstStyle/>
          <a:p>
            <a:fld id="{A5514B32-4E6E-49F5-AF84-F2E30A6572B6}" type="slidenum">
              <a:rPr kumimoji="1" lang="ja-JP" altLang="en-US" smtClean="0"/>
              <a:t>14</a:t>
            </a:fld>
            <a:endParaRPr kumimoji="1" lang="ja-JP" altLang="en-US"/>
          </a:p>
        </p:txBody>
      </p:sp>
    </p:spTree>
    <p:extLst>
      <p:ext uri="{BB962C8B-B14F-4D97-AF65-F5344CB8AC3E}">
        <p14:creationId xmlns:p14="http://schemas.microsoft.com/office/powerpoint/2010/main" val="3862412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A19F-6F75-8893-B296-92B9BDB82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A4B272D-6198-079E-A26A-F8CDA88696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3E577A-65E5-33B6-2759-F09CBA48FCEE}"/>
              </a:ext>
            </a:extLst>
          </p:cNvPr>
          <p:cNvSpPr>
            <a:spLocks noGrp="1"/>
          </p:cNvSpPr>
          <p:nvPr>
            <p:ph type="body" idx="1"/>
          </p:nvPr>
        </p:nvSpPr>
        <p:spPr/>
        <p:txBody>
          <a:bodyPr/>
          <a:lstStyle/>
          <a:p>
            <a:r>
              <a:rPr kumimoji="1" lang="en-US" altLang="ja-JP" dirty="0"/>
              <a:t>ISTJ</a:t>
            </a:r>
            <a:r>
              <a:rPr kumimoji="1" lang="ja-JP" altLang="en-US" dirty="0"/>
              <a:t>から</a:t>
            </a:r>
            <a:r>
              <a:rPr kumimoji="1" lang="en-US" altLang="ja-JP" dirty="0"/>
              <a:t>ENFP</a:t>
            </a:r>
            <a:br>
              <a:rPr kumimoji="1" lang="en-US" altLang="ja-JP" dirty="0"/>
            </a:br>
            <a:br>
              <a:rPr kumimoji="1" lang="en-US" altLang="ja-JP" dirty="0"/>
            </a:br>
            <a:r>
              <a:rPr kumimoji="1" lang="ja-JP" altLang="en-US" dirty="0"/>
              <a:t>目的が不信感を抱いた対象を切り替え，</a:t>
            </a:r>
            <a:r>
              <a:rPr kumimoji="1" lang="en-US" altLang="ja-JP" dirty="0"/>
              <a:t>LLM</a:t>
            </a:r>
            <a:r>
              <a:rPr kumimoji="1" lang="ja-JP" altLang="en-US" dirty="0"/>
              <a:t>へのネガティブな印象のリセットなので目的には達成できるが</a:t>
            </a:r>
            <a:br>
              <a:rPr kumimoji="1" lang="en-US" altLang="ja-JP" dirty="0"/>
            </a:br>
            <a:r>
              <a:rPr kumimoji="1" lang="ja-JP" altLang="en-US" dirty="0"/>
              <a:t>シナリオは議論の余地がある</a:t>
            </a:r>
          </a:p>
        </p:txBody>
      </p:sp>
      <p:sp>
        <p:nvSpPr>
          <p:cNvPr id="4" name="スライド番号プレースホルダー 3">
            <a:extLst>
              <a:ext uri="{FF2B5EF4-FFF2-40B4-BE49-F238E27FC236}">
                <a16:creationId xmlns:a16="http://schemas.microsoft.com/office/drawing/2014/main" id="{1C1CB356-F802-DC0F-A4B8-92C174F94283}"/>
              </a:ext>
            </a:extLst>
          </p:cNvPr>
          <p:cNvSpPr>
            <a:spLocks noGrp="1"/>
          </p:cNvSpPr>
          <p:nvPr>
            <p:ph type="sldNum" sz="quarter" idx="5"/>
          </p:nvPr>
        </p:nvSpPr>
        <p:spPr/>
        <p:txBody>
          <a:bodyPr/>
          <a:lstStyle/>
          <a:p>
            <a:fld id="{A5514B32-4E6E-49F5-AF84-F2E30A6572B6}" type="slidenum">
              <a:rPr kumimoji="1" lang="ja-JP" altLang="en-US" smtClean="0"/>
              <a:t>15</a:t>
            </a:fld>
            <a:endParaRPr kumimoji="1" lang="ja-JP" altLang="en-US"/>
          </a:p>
        </p:txBody>
      </p:sp>
    </p:spTree>
    <p:extLst>
      <p:ext uri="{BB962C8B-B14F-4D97-AF65-F5344CB8AC3E}">
        <p14:creationId xmlns:p14="http://schemas.microsoft.com/office/powerpoint/2010/main" val="1940413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851D8-DC7A-95F1-765E-335D61C03D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DC4A71A-91B1-165F-7430-1C45601215C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391DF6B-2840-119F-3005-00A75A89F836}"/>
              </a:ext>
            </a:extLst>
          </p:cNvPr>
          <p:cNvSpPr>
            <a:spLocks noGrp="1"/>
          </p:cNvSpPr>
          <p:nvPr>
            <p:ph type="body" idx="1"/>
          </p:nvPr>
        </p:nvSpPr>
        <p:spPr/>
        <p:txBody>
          <a:bodyPr/>
          <a:lstStyle/>
          <a:p>
            <a:r>
              <a:rPr kumimoji="1" lang="ja-JP" altLang="en-US" dirty="0"/>
              <a:t>フィトリアーニ</a:t>
            </a:r>
            <a:endParaRPr kumimoji="1" lang="en-US" altLang="ja-JP" dirty="0"/>
          </a:p>
          <a:p>
            <a:r>
              <a:rPr kumimoji="1" lang="en-US" altLang="ja-JP" dirty="0"/>
              <a:t>Q19</a:t>
            </a:r>
            <a:r>
              <a:rPr kumimoji="1" lang="ja-JP" altLang="en-US" dirty="0"/>
              <a:t>に関しては参加者が何で人格が変わったかを調査するため</a:t>
            </a:r>
            <a:br>
              <a:rPr kumimoji="1" lang="en-US" altLang="ja-JP" dirty="0"/>
            </a:br>
            <a:r>
              <a:rPr kumimoji="1" lang="ja-JP" altLang="en-US" dirty="0"/>
              <a:t>→口調の変化で人格が変化するのか</a:t>
            </a:r>
            <a:endParaRPr kumimoji="1" lang="en-US" altLang="ja-JP" dirty="0"/>
          </a:p>
          <a:p>
            <a:r>
              <a:rPr kumimoji="1" lang="ja-JP" altLang="en-US" dirty="0"/>
              <a:t>→セッションリセットしただけで人格が変化するのかも調査</a:t>
            </a:r>
            <a:endParaRPr kumimoji="1" lang="en-US" altLang="ja-JP" dirty="0"/>
          </a:p>
          <a:p>
            <a:endParaRPr kumimoji="1" lang="en-US" altLang="ja-JP" dirty="0"/>
          </a:p>
          <a:p>
            <a:r>
              <a:rPr kumimoji="1" lang="ja-JP" altLang="en-US" dirty="0"/>
              <a:t>外見に対して，今参考にしている評価指標</a:t>
            </a:r>
            <a:endParaRPr kumimoji="1" lang="en-US" altLang="ja-JP" dirty="0"/>
          </a:p>
          <a:p>
            <a:r>
              <a:rPr kumimoji="1" lang="ja-JP" altLang="en-US" dirty="0"/>
              <a:t>今後「システムの外見」にする．</a:t>
            </a:r>
            <a:endParaRPr kumimoji="1" lang="en-US" altLang="ja-JP" dirty="0"/>
          </a:p>
          <a:p>
            <a:r>
              <a:rPr kumimoji="1" lang="en-US" altLang="ja-JP" dirty="0"/>
              <a:t>GPT</a:t>
            </a:r>
            <a:r>
              <a:rPr kumimoji="1" lang="ja-JP" altLang="en-US" dirty="0"/>
              <a:t>のインターフェースがアイコンを使用している．</a:t>
            </a:r>
          </a:p>
        </p:txBody>
      </p:sp>
      <p:sp>
        <p:nvSpPr>
          <p:cNvPr id="4" name="スライド番号プレースホルダー 3">
            <a:extLst>
              <a:ext uri="{FF2B5EF4-FFF2-40B4-BE49-F238E27FC236}">
                <a16:creationId xmlns:a16="http://schemas.microsoft.com/office/drawing/2014/main" id="{971A323B-1BA3-189D-1B3B-6B3457F3B679}"/>
              </a:ext>
            </a:extLst>
          </p:cNvPr>
          <p:cNvSpPr>
            <a:spLocks noGrp="1"/>
          </p:cNvSpPr>
          <p:nvPr>
            <p:ph type="sldNum" sz="quarter" idx="5"/>
          </p:nvPr>
        </p:nvSpPr>
        <p:spPr/>
        <p:txBody>
          <a:bodyPr/>
          <a:lstStyle/>
          <a:p>
            <a:fld id="{A5514B32-4E6E-49F5-AF84-F2E30A6572B6}" type="slidenum">
              <a:rPr kumimoji="1" lang="ja-JP" altLang="en-US" smtClean="0"/>
              <a:t>16</a:t>
            </a:fld>
            <a:endParaRPr kumimoji="1" lang="ja-JP" altLang="en-US"/>
          </a:p>
        </p:txBody>
      </p:sp>
    </p:spTree>
    <p:extLst>
      <p:ext uri="{BB962C8B-B14F-4D97-AF65-F5344CB8AC3E}">
        <p14:creationId xmlns:p14="http://schemas.microsoft.com/office/powerpoint/2010/main" val="8649262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550DA-F764-658A-643D-029C8B0D24E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536E2C4-D84C-F6AB-2FBE-44EEB1F8D3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648E47-DF34-3930-CC19-38C4F0CB53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BE40509-CD3F-4110-8F51-0BAE77230D1C}"/>
              </a:ext>
            </a:extLst>
          </p:cNvPr>
          <p:cNvSpPr>
            <a:spLocks noGrp="1"/>
          </p:cNvSpPr>
          <p:nvPr>
            <p:ph type="sldNum" sz="quarter" idx="5"/>
          </p:nvPr>
        </p:nvSpPr>
        <p:spPr/>
        <p:txBody>
          <a:bodyPr/>
          <a:lstStyle/>
          <a:p>
            <a:fld id="{A5514B32-4E6E-49F5-AF84-F2E30A6572B6}" type="slidenum">
              <a:rPr kumimoji="1" lang="ja-JP" altLang="en-US" smtClean="0"/>
              <a:t>17</a:t>
            </a:fld>
            <a:endParaRPr kumimoji="1" lang="ja-JP" altLang="en-US"/>
          </a:p>
        </p:txBody>
      </p:sp>
    </p:spTree>
    <p:extLst>
      <p:ext uri="{BB962C8B-B14F-4D97-AF65-F5344CB8AC3E}">
        <p14:creationId xmlns:p14="http://schemas.microsoft.com/office/powerpoint/2010/main" val="153654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A3613-9620-6E1A-C2F6-92C5A20162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EAA547-8D74-9B7A-8EE4-8A4EA0965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0AB100A-11F4-B2D4-4188-914310218F0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CB5623B-875E-B00C-38A4-59E31A7C699E}"/>
              </a:ext>
            </a:extLst>
          </p:cNvPr>
          <p:cNvSpPr>
            <a:spLocks noGrp="1"/>
          </p:cNvSpPr>
          <p:nvPr>
            <p:ph type="sldNum" sz="quarter" idx="5"/>
          </p:nvPr>
        </p:nvSpPr>
        <p:spPr/>
        <p:txBody>
          <a:bodyPr/>
          <a:lstStyle/>
          <a:p>
            <a:fld id="{A5514B32-4E6E-49F5-AF84-F2E30A6572B6}" type="slidenum">
              <a:rPr kumimoji="1" lang="ja-JP" altLang="en-US" smtClean="0"/>
              <a:t>18</a:t>
            </a:fld>
            <a:endParaRPr kumimoji="1" lang="ja-JP" altLang="en-US"/>
          </a:p>
        </p:txBody>
      </p:sp>
    </p:spTree>
    <p:extLst>
      <p:ext uri="{BB962C8B-B14F-4D97-AF65-F5344CB8AC3E}">
        <p14:creationId xmlns:p14="http://schemas.microsoft.com/office/powerpoint/2010/main" val="1112780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514B32-4E6E-49F5-AF84-F2E30A6572B6}" type="slidenum">
              <a:rPr kumimoji="1" lang="ja-JP" altLang="en-US" smtClean="0"/>
              <a:t>19</a:t>
            </a:fld>
            <a:endParaRPr kumimoji="1" lang="ja-JP" altLang="en-US"/>
          </a:p>
        </p:txBody>
      </p:sp>
    </p:spTree>
    <p:extLst>
      <p:ext uri="{BB962C8B-B14F-4D97-AF65-F5344CB8AC3E}">
        <p14:creationId xmlns:p14="http://schemas.microsoft.com/office/powerpoint/2010/main" val="3724984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F09E-AC6C-0523-A898-C52FD05FAEA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C7E591-4B03-FA26-8D18-3EF0976CF4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916C30-CA19-0CDC-B883-F0FD1D5D38A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10A27EC-0F88-B773-C7C1-92D49EB95299}"/>
              </a:ext>
            </a:extLst>
          </p:cNvPr>
          <p:cNvSpPr>
            <a:spLocks noGrp="1"/>
          </p:cNvSpPr>
          <p:nvPr>
            <p:ph type="sldNum" sz="quarter" idx="5"/>
          </p:nvPr>
        </p:nvSpPr>
        <p:spPr/>
        <p:txBody>
          <a:bodyPr/>
          <a:lstStyle/>
          <a:p>
            <a:fld id="{A5514B32-4E6E-49F5-AF84-F2E30A6572B6}" type="slidenum">
              <a:rPr kumimoji="1" lang="ja-JP" altLang="en-US" smtClean="0"/>
              <a:t>20</a:t>
            </a:fld>
            <a:endParaRPr kumimoji="1" lang="ja-JP" altLang="en-US"/>
          </a:p>
        </p:txBody>
      </p:sp>
    </p:spTree>
    <p:extLst>
      <p:ext uri="{BB962C8B-B14F-4D97-AF65-F5344CB8AC3E}">
        <p14:creationId xmlns:p14="http://schemas.microsoft.com/office/powerpoint/2010/main" val="29251853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C3C2-552D-72DC-3400-8988588D94D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D848F3-161C-B7AC-D39F-71578A51EF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DD9870F-60E0-3182-EFB1-C77AD65C2DBF}"/>
              </a:ext>
            </a:extLst>
          </p:cNvPr>
          <p:cNvSpPr>
            <a:spLocks noGrp="1"/>
          </p:cNvSpPr>
          <p:nvPr>
            <p:ph type="body" idx="1"/>
          </p:nvPr>
        </p:nvSpPr>
        <p:spPr/>
        <p:txBody>
          <a:bodyPr/>
          <a:lstStyle/>
          <a:p>
            <a:r>
              <a:rPr kumimoji="1" lang="ja-JP" altLang="en-US" dirty="0"/>
              <a:t>要約の説明</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BCA09BDB-7F41-7F38-DDB2-7A2C73849DBF}"/>
              </a:ext>
            </a:extLst>
          </p:cNvPr>
          <p:cNvSpPr>
            <a:spLocks noGrp="1"/>
          </p:cNvSpPr>
          <p:nvPr>
            <p:ph type="sldNum" sz="quarter" idx="5"/>
          </p:nvPr>
        </p:nvSpPr>
        <p:spPr/>
        <p:txBody>
          <a:bodyPr/>
          <a:lstStyle/>
          <a:p>
            <a:fld id="{A5514B32-4E6E-49F5-AF84-F2E30A6572B6}" type="slidenum">
              <a:rPr kumimoji="1" lang="ja-JP" altLang="en-US" smtClean="0"/>
              <a:t>21</a:t>
            </a:fld>
            <a:endParaRPr kumimoji="1" lang="ja-JP" altLang="en-US"/>
          </a:p>
        </p:txBody>
      </p:sp>
    </p:spTree>
    <p:extLst>
      <p:ext uri="{BB962C8B-B14F-4D97-AF65-F5344CB8AC3E}">
        <p14:creationId xmlns:p14="http://schemas.microsoft.com/office/powerpoint/2010/main" val="2531711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20940-1577-CB4F-D07F-3E2B262299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86B2D5-030F-0BF2-CB86-B3DFF3C91C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7F84E7E-5EE4-F03B-839C-279D2C374B66}"/>
              </a:ext>
            </a:extLst>
          </p:cNvPr>
          <p:cNvSpPr>
            <a:spLocks noGrp="1"/>
          </p:cNvSpPr>
          <p:nvPr>
            <p:ph type="body" idx="1"/>
          </p:nvPr>
        </p:nvSpPr>
        <p:spPr/>
        <p:txBody>
          <a:bodyPr/>
          <a:lstStyle/>
          <a:p>
            <a:r>
              <a:rPr kumimoji="1" lang="ja-JP" altLang="en-US" dirty="0"/>
              <a:t>要約の説明</a:t>
            </a:r>
          </a:p>
        </p:txBody>
      </p:sp>
      <p:sp>
        <p:nvSpPr>
          <p:cNvPr id="4" name="スライド番号プレースホルダー 3">
            <a:extLst>
              <a:ext uri="{FF2B5EF4-FFF2-40B4-BE49-F238E27FC236}">
                <a16:creationId xmlns:a16="http://schemas.microsoft.com/office/drawing/2014/main" id="{8C18E8F5-AC25-FD23-9778-CDF1D19C7315}"/>
              </a:ext>
            </a:extLst>
          </p:cNvPr>
          <p:cNvSpPr>
            <a:spLocks noGrp="1"/>
          </p:cNvSpPr>
          <p:nvPr>
            <p:ph type="sldNum" sz="quarter" idx="5"/>
          </p:nvPr>
        </p:nvSpPr>
        <p:spPr/>
        <p:txBody>
          <a:bodyPr/>
          <a:lstStyle/>
          <a:p>
            <a:fld id="{A5514B32-4E6E-49F5-AF84-F2E30A6572B6}" type="slidenum">
              <a:rPr kumimoji="1" lang="ja-JP" altLang="en-US" smtClean="0"/>
              <a:t>22</a:t>
            </a:fld>
            <a:endParaRPr kumimoji="1" lang="ja-JP" altLang="en-US"/>
          </a:p>
        </p:txBody>
      </p:sp>
    </p:spTree>
    <p:extLst>
      <p:ext uri="{BB962C8B-B14F-4D97-AF65-F5344CB8AC3E}">
        <p14:creationId xmlns:p14="http://schemas.microsoft.com/office/powerpoint/2010/main" val="17723501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75DE-8487-EF67-43FB-03813C5125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9D18A3-61E6-6E5D-99F6-1CCC3F129C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BC5BDEE-6831-DA41-0A4B-378986FCDA5E}"/>
              </a:ext>
            </a:extLst>
          </p:cNvPr>
          <p:cNvSpPr>
            <a:spLocks noGrp="1"/>
          </p:cNvSpPr>
          <p:nvPr>
            <p:ph type="body" idx="1"/>
          </p:nvPr>
        </p:nvSpPr>
        <p:spPr/>
        <p:txBody>
          <a:bodyPr/>
          <a:lstStyle/>
          <a:p>
            <a:r>
              <a:rPr kumimoji="1" lang="ja-JP" altLang="en-US" dirty="0"/>
              <a:t>要約の説明</a:t>
            </a:r>
            <a:br>
              <a:rPr kumimoji="1" lang="en-US" altLang="ja-JP" dirty="0"/>
            </a:br>
            <a:r>
              <a:rPr kumimoji="1" lang="ja-JP" altLang="en-US" dirty="0"/>
              <a:t>⇩</a:t>
            </a:r>
            <a:br>
              <a:rPr kumimoji="1" lang="en-US" altLang="ja-JP" dirty="0"/>
            </a:br>
            <a:r>
              <a:rPr kumimoji="1" lang="ja-JP" altLang="en-US" dirty="0"/>
              <a:t>要約を比較：</a:t>
            </a:r>
            <a:r>
              <a:rPr kumimoji="1" lang="en-US" altLang="ja-JP" dirty="0"/>
              <a:t>2</a:t>
            </a:r>
            <a:r>
              <a:rPr kumimoji="1" lang="ja-JP" altLang="en-US" dirty="0"/>
              <a:t>番の比較</a:t>
            </a:r>
          </a:p>
        </p:txBody>
      </p:sp>
      <p:sp>
        <p:nvSpPr>
          <p:cNvPr id="4" name="スライド番号プレースホルダー 3">
            <a:extLst>
              <a:ext uri="{FF2B5EF4-FFF2-40B4-BE49-F238E27FC236}">
                <a16:creationId xmlns:a16="http://schemas.microsoft.com/office/drawing/2014/main" id="{B98F750D-5233-C241-322C-9F7652426D66}"/>
              </a:ext>
            </a:extLst>
          </p:cNvPr>
          <p:cNvSpPr>
            <a:spLocks noGrp="1"/>
          </p:cNvSpPr>
          <p:nvPr>
            <p:ph type="sldNum" sz="quarter" idx="5"/>
          </p:nvPr>
        </p:nvSpPr>
        <p:spPr/>
        <p:txBody>
          <a:bodyPr/>
          <a:lstStyle/>
          <a:p>
            <a:fld id="{A5514B32-4E6E-49F5-AF84-F2E30A6572B6}" type="slidenum">
              <a:rPr kumimoji="1" lang="ja-JP" altLang="en-US" smtClean="0"/>
              <a:t>23</a:t>
            </a:fld>
            <a:endParaRPr kumimoji="1" lang="ja-JP" altLang="en-US"/>
          </a:p>
        </p:txBody>
      </p:sp>
    </p:spTree>
    <p:extLst>
      <p:ext uri="{BB962C8B-B14F-4D97-AF65-F5344CB8AC3E}">
        <p14:creationId xmlns:p14="http://schemas.microsoft.com/office/powerpoint/2010/main" val="1711188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ED409-6E8C-72E7-F60F-D5BCBECEA70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324E7B1-D97B-EE9C-7D2A-99BA7A51EB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E747A8F-8BD4-BF5D-C9D0-DC3947E5B69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73068AD-21AB-9622-986A-7CDDF54B8DC8}"/>
              </a:ext>
            </a:extLst>
          </p:cNvPr>
          <p:cNvSpPr>
            <a:spLocks noGrp="1"/>
          </p:cNvSpPr>
          <p:nvPr>
            <p:ph type="sldNum" sz="quarter" idx="5"/>
          </p:nvPr>
        </p:nvSpPr>
        <p:spPr/>
        <p:txBody>
          <a:bodyPr/>
          <a:lstStyle/>
          <a:p>
            <a:fld id="{A5514B32-4E6E-49F5-AF84-F2E30A6572B6}" type="slidenum">
              <a:rPr kumimoji="1" lang="ja-JP" altLang="en-US" smtClean="0"/>
              <a:t>24</a:t>
            </a:fld>
            <a:endParaRPr kumimoji="1" lang="ja-JP" altLang="en-US"/>
          </a:p>
        </p:txBody>
      </p:sp>
    </p:spTree>
    <p:extLst>
      <p:ext uri="{BB962C8B-B14F-4D97-AF65-F5344CB8AC3E}">
        <p14:creationId xmlns:p14="http://schemas.microsoft.com/office/powerpoint/2010/main" val="29753601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6F442-AD9D-B369-49E1-65BDECF84C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14288B-6B00-51E0-3F90-9BC511C70D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2D53C2-D0DC-19E4-0166-C867EAFC6FD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C908AF-A059-238E-878C-FD74D1BDF830}"/>
              </a:ext>
            </a:extLst>
          </p:cNvPr>
          <p:cNvSpPr>
            <a:spLocks noGrp="1"/>
          </p:cNvSpPr>
          <p:nvPr>
            <p:ph type="sldNum" sz="quarter" idx="5"/>
          </p:nvPr>
        </p:nvSpPr>
        <p:spPr/>
        <p:txBody>
          <a:bodyPr/>
          <a:lstStyle/>
          <a:p>
            <a:fld id="{A5514B32-4E6E-49F5-AF84-F2E30A6572B6}" type="slidenum">
              <a:rPr kumimoji="1" lang="ja-JP" altLang="en-US" smtClean="0"/>
              <a:t>25</a:t>
            </a:fld>
            <a:endParaRPr kumimoji="1" lang="ja-JP" altLang="en-US"/>
          </a:p>
        </p:txBody>
      </p:sp>
    </p:spTree>
    <p:extLst>
      <p:ext uri="{BB962C8B-B14F-4D97-AF65-F5344CB8AC3E}">
        <p14:creationId xmlns:p14="http://schemas.microsoft.com/office/powerpoint/2010/main" val="42645643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38F96-D5DC-DD4E-E5F1-BC575EB1B7C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0378F-4F59-AF9F-AF81-3F56A92B234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CB97814-DF5C-6030-0751-CCFBC1D8E5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提示する対話の内容パターン</a:t>
            </a:r>
            <a:r>
              <a:rPr kumimoji="1" lang="en-US" altLang="ja-JP" dirty="0"/>
              <a:t>1</a:t>
            </a:r>
            <a:endParaRPr kumimoji="1" lang="ja-JP" altLang="en-US" dirty="0"/>
          </a:p>
        </p:txBody>
      </p:sp>
      <p:sp>
        <p:nvSpPr>
          <p:cNvPr id="4" name="スライド番号プレースホルダー 3">
            <a:extLst>
              <a:ext uri="{FF2B5EF4-FFF2-40B4-BE49-F238E27FC236}">
                <a16:creationId xmlns:a16="http://schemas.microsoft.com/office/drawing/2014/main" id="{E3C3F794-F7A3-0FB6-2F93-2E3D0CF41414}"/>
              </a:ext>
            </a:extLst>
          </p:cNvPr>
          <p:cNvSpPr>
            <a:spLocks noGrp="1"/>
          </p:cNvSpPr>
          <p:nvPr>
            <p:ph type="sldNum" sz="quarter" idx="5"/>
          </p:nvPr>
        </p:nvSpPr>
        <p:spPr/>
        <p:txBody>
          <a:bodyPr/>
          <a:lstStyle/>
          <a:p>
            <a:fld id="{A5514B32-4E6E-49F5-AF84-F2E30A6572B6}" type="slidenum">
              <a:rPr kumimoji="1" lang="ja-JP" altLang="en-US" smtClean="0"/>
              <a:t>26</a:t>
            </a:fld>
            <a:endParaRPr kumimoji="1" lang="ja-JP" altLang="en-US"/>
          </a:p>
        </p:txBody>
      </p:sp>
    </p:spTree>
    <p:extLst>
      <p:ext uri="{BB962C8B-B14F-4D97-AF65-F5344CB8AC3E}">
        <p14:creationId xmlns:p14="http://schemas.microsoft.com/office/powerpoint/2010/main" val="1265600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6C79F-2351-AA75-1FEE-35BA69475E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CADDD4-8484-F49C-6D1A-F9DD5B459A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0EB40F-B5A1-B5D7-E60C-7DC1F719819F}"/>
              </a:ext>
            </a:extLst>
          </p:cNvPr>
          <p:cNvSpPr>
            <a:spLocks noGrp="1"/>
          </p:cNvSpPr>
          <p:nvPr>
            <p:ph type="body" idx="1"/>
          </p:nvPr>
        </p:nvSpPr>
        <p:spPr/>
        <p:txBody>
          <a:bodyPr/>
          <a:lstStyle/>
          <a:p>
            <a:r>
              <a:rPr kumimoji="1" lang="ja-JP" altLang="en-US" dirty="0"/>
              <a:t>要約の説明</a:t>
            </a:r>
          </a:p>
        </p:txBody>
      </p:sp>
      <p:sp>
        <p:nvSpPr>
          <p:cNvPr id="4" name="スライド番号プレースホルダー 3">
            <a:extLst>
              <a:ext uri="{FF2B5EF4-FFF2-40B4-BE49-F238E27FC236}">
                <a16:creationId xmlns:a16="http://schemas.microsoft.com/office/drawing/2014/main" id="{8DE106AD-BA63-ED2B-9477-38FE2C9E78B8}"/>
              </a:ext>
            </a:extLst>
          </p:cNvPr>
          <p:cNvSpPr>
            <a:spLocks noGrp="1"/>
          </p:cNvSpPr>
          <p:nvPr>
            <p:ph type="sldNum" sz="quarter" idx="5"/>
          </p:nvPr>
        </p:nvSpPr>
        <p:spPr/>
        <p:txBody>
          <a:bodyPr/>
          <a:lstStyle/>
          <a:p>
            <a:fld id="{A5514B32-4E6E-49F5-AF84-F2E30A6572B6}" type="slidenum">
              <a:rPr kumimoji="1" lang="ja-JP" altLang="en-US" smtClean="0"/>
              <a:t>27</a:t>
            </a:fld>
            <a:endParaRPr kumimoji="1" lang="ja-JP" altLang="en-US"/>
          </a:p>
        </p:txBody>
      </p:sp>
    </p:spTree>
    <p:extLst>
      <p:ext uri="{BB962C8B-B14F-4D97-AF65-F5344CB8AC3E}">
        <p14:creationId xmlns:p14="http://schemas.microsoft.com/office/powerpoint/2010/main" val="530933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66BFE-2F8C-9710-EEF9-ADFDE4D7F2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21BAC94-8C92-AA11-668A-5B522183A20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D23379-7577-E9FB-15EF-E3FAEE50C5C6}"/>
              </a:ext>
            </a:extLst>
          </p:cNvPr>
          <p:cNvSpPr>
            <a:spLocks noGrp="1"/>
          </p:cNvSpPr>
          <p:nvPr>
            <p:ph type="body" idx="1"/>
          </p:nvPr>
        </p:nvSpPr>
        <p:spPr/>
        <p:txBody>
          <a:bodyPr/>
          <a:lstStyle/>
          <a:p>
            <a:r>
              <a:rPr kumimoji="1" lang="en-US" altLang="ja-JP" dirty="0"/>
              <a:t>[</a:t>
            </a:r>
            <a:r>
              <a:rPr kumimoji="1" lang="ja-JP" altLang="en-US" dirty="0"/>
              <a:t>変換前の文章</a:t>
            </a:r>
            <a:r>
              <a:rPr kumimoji="1" lang="en-US" altLang="ja-JP" dirty="0"/>
              <a:t>]</a:t>
            </a:r>
            <a:r>
              <a:rPr kumimoji="1" lang="ja-JP" altLang="en-US" dirty="0"/>
              <a:t>には実際の文章を入力する</a:t>
            </a:r>
          </a:p>
        </p:txBody>
      </p:sp>
      <p:sp>
        <p:nvSpPr>
          <p:cNvPr id="4" name="スライド番号プレースホルダー 3">
            <a:extLst>
              <a:ext uri="{FF2B5EF4-FFF2-40B4-BE49-F238E27FC236}">
                <a16:creationId xmlns:a16="http://schemas.microsoft.com/office/drawing/2014/main" id="{ADD2961D-46DE-2689-8A76-BA1CF439C6B5}"/>
              </a:ext>
            </a:extLst>
          </p:cNvPr>
          <p:cNvSpPr>
            <a:spLocks noGrp="1"/>
          </p:cNvSpPr>
          <p:nvPr>
            <p:ph type="sldNum" sz="quarter" idx="5"/>
          </p:nvPr>
        </p:nvSpPr>
        <p:spPr/>
        <p:txBody>
          <a:bodyPr/>
          <a:lstStyle/>
          <a:p>
            <a:fld id="{A5514B32-4E6E-49F5-AF84-F2E30A6572B6}" type="slidenum">
              <a:rPr kumimoji="1" lang="ja-JP" altLang="en-US" smtClean="0"/>
              <a:t>28</a:t>
            </a:fld>
            <a:endParaRPr kumimoji="1" lang="ja-JP" altLang="en-US"/>
          </a:p>
        </p:txBody>
      </p:sp>
    </p:spTree>
    <p:extLst>
      <p:ext uri="{BB962C8B-B14F-4D97-AF65-F5344CB8AC3E}">
        <p14:creationId xmlns:p14="http://schemas.microsoft.com/office/powerpoint/2010/main" val="8947575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633B7-1439-E97C-1B04-CD2F3C6461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240DAE-3662-4B1A-1A4B-4F6D4B8BFC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29C9AE3-7FCE-E589-7EFC-486C902CFB8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F87BA5D-BC43-0C9C-BF0B-3878B10A699A}"/>
              </a:ext>
            </a:extLst>
          </p:cNvPr>
          <p:cNvSpPr>
            <a:spLocks noGrp="1"/>
          </p:cNvSpPr>
          <p:nvPr>
            <p:ph type="sldNum" sz="quarter" idx="5"/>
          </p:nvPr>
        </p:nvSpPr>
        <p:spPr/>
        <p:txBody>
          <a:bodyPr/>
          <a:lstStyle/>
          <a:p>
            <a:fld id="{A5514B32-4E6E-49F5-AF84-F2E30A6572B6}" type="slidenum">
              <a:rPr kumimoji="1" lang="ja-JP" altLang="en-US" smtClean="0"/>
              <a:t>29</a:t>
            </a:fld>
            <a:endParaRPr kumimoji="1" lang="ja-JP" altLang="en-US"/>
          </a:p>
        </p:txBody>
      </p:sp>
    </p:spTree>
    <p:extLst>
      <p:ext uri="{BB962C8B-B14F-4D97-AF65-F5344CB8AC3E}">
        <p14:creationId xmlns:p14="http://schemas.microsoft.com/office/powerpoint/2010/main" val="152405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82970AC-4A71-43E0-8A39-05C65FF7F80A}" type="datetime1">
              <a:rPr kumimoji="1" lang="ja-JP" altLang="en-US" smtClean="0"/>
              <a:t>2026/1/8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7086600" y="30163"/>
            <a:ext cx="2057400" cy="365125"/>
          </a:xfrm>
        </p:spPr>
        <p:txBody>
          <a:body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1470319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553F39B2-6E86-44BA-8DE8-353E79C97153}" type="datetime1">
              <a:rPr kumimoji="1" lang="ja-JP" altLang="en-US" smtClean="0"/>
              <a:t>2026/1/8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7950" y="365126"/>
            <a:ext cx="2057400" cy="365125"/>
          </a:xfrm>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31062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BB34C4EE-AD9D-4596-A7FA-AF1E05C84870}" type="datetime1">
              <a:rPr kumimoji="1" lang="ja-JP" altLang="en-US" smtClean="0"/>
              <a:t>2026/1/8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a:xfrm>
            <a:off x="6453188" y="403224"/>
            <a:ext cx="2057400" cy="365125"/>
          </a:xfrm>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72706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A1AE481A-9A74-4294-B942-D01622065666}" type="datetime1">
              <a:rPr kumimoji="1" lang="ja-JP" altLang="en-US" smtClean="0"/>
              <a:t>2026/1/8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a:xfrm>
            <a:off x="7086600" y="3175"/>
            <a:ext cx="2057400" cy="365125"/>
          </a:xfrm>
        </p:spPr>
        <p:txBody>
          <a:body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63533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04C9F879-8C80-406D-B013-CC221363F3A6}" type="datetime1">
              <a:rPr kumimoji="1" lang="ja-JP" altLang="en-US" smtClean="0"/>
              <a:t>2026/1/8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587550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68934A8-36E3-4041-BF78-257C463ADDC8}" type="datetime1">
              <a:rPr kumimoji="1" lang="ja-JP" altLang="en-US" smtClean="0"/>
              <a:t>2026/1/8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6" name="正方形/長方形 5">
            <a:extLst>
              <a:ext uri="{FF2B5EF4-FFF2-40B4-BE49-F238E27FC236}">
                <a16:creationId xmlns:a16="http://schemas.microsoft.com/office/drawing/2014/main" id="{284BCB7E-AC97-022E-DE8D-21A05037CD20}"/>
              </a:ext>
            </a:extLst>
          </p:cNvPr>
          <p:cNvSpPr/>
          <p:nvPr userDrawn="1"/>
        </p:nvSpPr>
        <p:spPr>
          <a:xfrm>
            <a:off x="0" y="-3"/>
            <a:ext cx="9144000" cy="10329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二等辺三角形 6">
            <a:extLst>
              <a:ext uri="{FF2B5EF4-FFF2-40B4-BE49-F238E27FC236}">
                <a16:creationId xmlns:a16="http://schemas.microsoft.com/office/drawing/2014/main" id="{6918CEDF-EAAC-BEF8-DBCD-FEE9E6EF54A7}"/>
              </a:ext>
            </a:extLst>
          </p:cNvPr>
          <p:cNvSpPr/>
          <p:nvPr userDrawn="1"/>
        </p:nvSpPr>
        <p:spPr>
          <a:xfrm rot="16200000">
            <a:off x="8343902" y="-29637"/>
            <a:ext cx="770465" cy="829734"/>
          </a:xfrm>
          <a:prstGeom prst="triangle">
            <a:avLst>
              <a:gd name="adj" fmla="val 100000"/>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Slide Number Placeholder 4"/>
          <p:cNvSpPr>
            <a:spLocks noGrp="1"/>
          </p:cNvSpPr>
          <p:nvPr>
            <p:ph type="sldNum" sz="quarter" idx="12"/>
          </p:nvPr>
        </p:nvSpPr>
        <p:spPr>
          <a:xfrm>
            <a:off x="7086600" y="32807"/>
            <a:ext cx="2057400" cy="365125"/>
          </a:xfrm>
        </p:spPr>
        <p:txBody>
          <a:bodyPr/>
          <a:lstStyle>
            <a:lvl1pPr>
              <a:defRPr sz="2400">
                <a:solidFill>
                  <a:schemeClr val="bg1"/>
                </a:solidFill>
              </a:defRPr>
            </a:lvl1pPr>
          </a:lstStyle>
          <a:p>
            <a:fld id="{18020408-E1FF-429E-A8D5-EB2A190A0D77}" type="slidenum">
              <a:rPr kumimoji="1" lang="ja-JP" altLang="en-US" smtClean="0"/>
              <a:pPr/>
              <a:t>‹#›</a:t>
            </a:fld>
            <a:endParaRPr kumimoji="1" lang="ja-JP" altLang="en-US" sz="2400" dirty="0"/>
          </a:p>
        </p:txBody>
      </p:sp>
      <p:sp>
        <p:nvSpPr>
          <p:cNvPr id="2" name="Title 1"/>
          <p:cNvSpPr>
            <a:spLocks noGrp="1"/>
          </p:cNvSpPr>
          <p:nvPr>
            <p:ph type="title"/>
          </p:nvPr>
        </p:nvSpPr>
        <p:spPr>
          <a:xfrm>
            <a:off x="313264" y="171950"/>
            <a:ext cx="7886700" cy="701731"/>
          </a:xfrm>
        </p:spPr>
        <p:txBody>
          <a:bodyPr>
            <a:noAutofit/>
          </a:bodyPr>
          <a:lstStyle>
            <a:lvl1pPr>
              <a:defRPr b="1">
                <a:solidFill>
                  <a:schemeClr val="bg1"/>
                </a:solidFill>
                <a:latin typeface="+mn-ea"/>
                <a:ea typeface="+mn-ea"/>
              </a:defRPr>
            </a:lvl1pPr>
          </a:lstStyle>
          <a:p>
            <a:r>
              <a:rPr lang="ja-JP" altLang="en-US" dirty="0"/>
              <a:t>マスター タイトルの書式設定</a:t>
            </a:r>
            <a:endParaRPr lang="en-US" dirty="0"/>
          </a:p>
        </p:txBody>
      </p:sp>
    </p:spTree>
    <p:extLst>
      <p:ext uri="{BB962C8B-B14F-4D97-AF65-F5344CB8AC3E}">
        <p14:creationId xmlns:p14="http://schemas.microsoft.com/office/powerpoint/2010/main" val="62739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B3DC8F-33D0-4A61-8108-8C99A85430F0}" type="datetime1">
              <a:rPr kumimoji="1" lang="ja-JP" altLang="en-US" smtClean="0"/>
              <a:t>2026/1/8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1828084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6DC58E77-B3B8-4339-9BF7-46AEB32BF7E4}" type="datetime1">
              <a:rPr kumimoji="1" lang="ja-JP" altLang="en-US" smtClean="0"/>
              <a:t>2026/1/8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1846644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CA623743-B363-4ED4-9F0D-E107EFACE5F7}" type="datetime1">
              <a:rPr kumimoji="1" lang="ja-JP" altLang="en-US" smtClean="0"/>
              <a:t>2026/1/8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405179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DCE7004E-D871-4D03-A65F-297A1C3EBC57}" type="datetime1">
              <a:rPr kumimoji="1" lang="ja-JP" altLang="en-US" smtClean="0"/>
              <a:t>2026/1/8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608694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8272F81-9110-4BD0-8DA1-ACDBA2D4C842}" type="datetime1">
              <a:rPr kumimoji="1" lang="ja-JP" altLang="en-US" smtClean="0"/>
              <a:t>2026/1/8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18020408-E1FF-429E-A8D5-EB2A190A0D77}" type="slidenum">
              <a:rPr kumimoji="1" lang="ja-JP" altLang="en-US" smtClean="0"/>
              <a:t>‹#›</a:t>
            </a:fld>
            <a:endParaRPr kumimoji="1" lang="ja-JP" altLang="en-US"/>
          </a:p>
        </p:txBody>
      </p:sp>
    </p:spTree>
    <p:extLst>
      <p:ext uri="{BB962C8B-B14F-4D97-AF65-F5344CB8AC3E}">
        <p14:creationId xmlns:p14="http://schemas.microsoft.com/office/powerpoint/2010/main" val="3863692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8974A4-A2E6-4A01-95F2-416C70607946}" type="datetime1">
              <a:rPr kumimoji="1" lang="ja-JP" altLang="en-US" smtClean="0"/>
              <a:t>2026/1/8</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Slide Number Placeholder 5"/>
          <p:cNvSpPr>
            <a:spLocks noGrp="1"/>
          </p:cNvSpPr>
          <p:nvPr>
            <p:ph type="sldNum" sz="quarter" idx="4"/>
          </p:nvPr>
        </p:nvSpPr>
        <p:spPr>
          <a:xfrm>
            <a:off x="6457950" y="36512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020408-E1FF-429E-A8D5-EB2A190A0D77}" type="slidenum">
              <a:rPr kumimoji="1" lang="ja-JP" altLang="en-US" smtClean="0"/>
              <a:t>‹#›</a:t>
            </a:fld>
            <a:endParaRPr kumimoji="1" lang="ja-JP" altLang="en-US" dirty="0"/>
          </a:p>
        </p:txBody>
      </p:sp>
    </p:spTree>
    <p:extLst>
      <p:ext uri="{BB962C8B-B14F-4D97-AF65-F5344CB8AC3E}">
        <p14:creationId xmlns:p14="http://schemas.microsoft.com/office/powerpoint/2010/main" val="9315093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sv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10.sv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10.sv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sv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3.svg"/><Relationship Id="rId2" Type="http://schemas.microsoft.com/office/2007/relationships/media" Target="../media/media1.mp4"/><Relationship Id="rId1" Type="http://schemas.openxmlformats.org/officeDocument/2006/relationships/video" Target="NULL" TargetMode="Externa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5.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8F8755-8367-8EA9-86ED-3B957B23FB6E}"/>
              </a:ext>
            </a:extLst>
          </p:cNvPr>
          <p:cNvSpPr>
            <a:spLocks noGrp="1"/>
          </p:cNvSpPr>
          <p:nvPr>
            <p:ph type="ctrTitle"/>
          </p:nvPr>
        </p:nvSpPr>
        <p:spPr>
          <a:xfrm>
            <a:off x="216385" y="1996603"/>
            <a:ext cx="8927615" cy="1171654"/>
          </a:xfrm>
        </p:spPr>
        <p:txBody>
          <a:bodyPr>
            <a:noAutofit/>
          </a:bodyPr>
          <a:lstStyle/>
          <a:p>
            <a:pPr algn="l"/>
            <a:r>
              <a:rPr lang="en-US" altLang="ja-JP" sz="3200" b="1" dirty="0">
                <a:latin typeface="+mn-ea"/>
                <a:ea typeface="+mn-ea"/>
              </a:rPr>
              <a:t>LLM</a:t>
            </a:r>
            <a:r>
              <a:rPr lang="ja-JP" altLang="en-US" sz="3200" b="1" dirty="0">
                <a:latin typeface="+mn-ea"/>
                <a:ea typeface="+mn-ea"/>
              </a:rPr>
              <a:t>のセッションリセットに伴う</a:t>
            </a:r>
            <a:br>
              <a:rPr lang="en-US" altLang="ja-JP" sz="3200" b="1" dirty="0">
                <a:latin typeface="+mn-ea"/>
                <a:ea typeface="+mn-ea"/>
              </a:rPr>
            </a:br>
            <a:r>
              <a:rPr lang="ja-JP" altLang="en-US" sz="3200" b="1" dirty="0">
                <a:latin typeface="+mn-ea"/>
                <a:ea typeface="+mn-ea"/>
              </a:rPr>
              <a:t>人格切り替えがユーザの印象に与える影響</a:t>
            </a:r>
            <a:endParaRPr kumimoji="1" lang="ja-JP" altLang="en-US" sz="3200" b="1" dirty="0">
              <a:latin typeface="+mn-ea"/>
              <a:ea typeface="+mn-ea"/>
            </a:endParaRPr>
          </a:p>
        </p:txBody>
      </p:sp>
      <p:sp>
        <p:nvSpPr>
          <p:cNvPr id="3" name="字幕 2">
            <a:extLst>
              <a:ext uri="{FF2B5EF4-FFF2-40B4-BE49-F238E27FC236}">
                <a16:creationId xmlns:a16="http://schemas.microsoft.com/office/drawing/2014/main" id="{8B21F246-5842-52A6-4247-0F544B3D34D9}"/>
              </a:ext>
            </a:extLst>
          </p:cNvPr>
          <p:cNvSpPr>
            <a:spLocks noGrp="1"/>
          </p:cNvSpPr>
          <p:nvPr>
            <p:ph type="subTitle" idx="1"/>
          </p:nvPr>
        </p:nvSpPr>
        <p:spPr>
          <a:xfrm>
            <a:off x="1143000" y="4502477"/>
            <a:ext cx="6858000" cy="1655762"/>
          </a:xfrm>
        </p:spPr>
        <p:txBody>
          <a:bodyPr>
            <a:noAutofit/>
          </a:bodyPr>
          <a:lstStyle/>
          <a:p>
            <a:pPr algn="l"/>
            <a:r>
              <a:rPr lang="ja-JP" altLang="en-US" b="1" dirty="0"/>
              <a:t>西澤奏都　</a:t>
            </a:r>
            <a:r>
              <a:rPr kumimoji="1" lang="ja-JP" altLang="en-US" b="1" dirty="0"/>
              <a:t>信州大学　工学部　　　　　　　</a:t>
            </a:r>
            <a:endParaRPr kumimoji="1" lang="en-US" altLang="ja-JP" b="1" dirty="0"/>
          </a:p>
          <a:p>
            <a:pPr algn="l"/>
            <a:r>
              <a:rPr lang="ja-JP" altLang="en-US" b="1" dirty="0"/>
              <a:t>吉原一成　信州大学　社会基盤研究所　　</a:t>
            </a:r>
            <a:endParaRPr lang="en-US" altLang="ja-JP" b="1" dirty="0"/>
          </a:p>
          <a:p>
            <a:pPr algn="l"/>
            <a:r>
              <a:rPr kumimoji="1" lang="ja-JP" altLang="en-US" b="1" dirty="0"/>
              <a:t>小林一樹　信州大学　</a:t>
            </a:r>
            <a:r>
              <a:rPr lang="zh-CN" altLang="en-US" b="1" dirty="0">
                <a:latin typeface="游ゴシック" panose="020B0400000000000000" pitchFamily="50" charset="-128"/>
                <a:ea typeface="游ゴシック" panose="020B0400000000000000" pitchFamily="50" charset="-128"/>
              </a:rPr>
              <a:t>学術研究院</a:t>
            </a:r>
            <a:r>
              <a:rPr lang="ja-JP" altLang="en-US" b="1" dirty="0">
                <a:latin typeface="游ゴシック" panose="020B0400000000000000" pitchFamily="50" charset="-128"/>
                <a:ea typeface="游ゴシック" panose="020B0400000000000000" pitchFamily="50" charset="-128"/>
              </a:rPr>
              <a:t>　</a:t>
            </a:r>
            <a:r>
              <a:rPr lang="zh-CN" altLang="en-US" b="1" dirty="0">
                <a:latin typeface="游ゴシック" panose="020B0400000000000000" pitchFamily="50" charset="-128"/>
                <a:ea typeface="游ゴシック" panose="020B0400000000000000" pitchFamily="50" charset="-128"/>
              </a:rPr>
              <a:t>工学系</a:t>
            </a:r>
            <a:endParaRPr kumimoji="1" lang="en-US" altLang="ja-JP" b="1" dirty="0">
              <a:latin typeface="游ゴシック" panose="020B0400000000000000" pitchFamily="50" charset="-128"/>
              <a:ea typeface="游ゴシック" panose="020B0400000000000000" pitchFamily="50" charset="-128"/>
            </a:endParaRPr>
          </a:p>
          <a:p>
            <a:pPr algn="l"/>
            <a:endParaRPr kumimoji="1" lang="ja-JP" altLang="en-US" b="1" dirty="0"/>
          </a:p>
        </p:txBody>
      </p:sp>
      <p:sp>
        <p:nvSpPr>
          <p:cNvPr id="4" name="正方形/長方形 3">
            <a:extLst>
              <a:ext uri="{FF2B5EF4-FFF2-40B4-BE49-F238E27FC236}">
                <a16:creationId xmlns:a16="http://schemas.microsoft.com/office/drawing/2014/main" id="{A90AC779-A65B-9B33-C2D1-AABA78C0CE55}"/>
              </a:ext>
            </a:extLst>
          </p:cNvPr>
          <p:cNvSpPr/>
          <p:nvPr/>
        </p:nvSpPr>
        <p:spPr>
          <a:xfrm>
            <a:off x="0" y="3867462"/>
            <a:ext cx="9144000" cy="209863"/>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5" name="スライド番号プレースホルダー 4">
            <a:extLst>
              <a:ext uri="{FF2B5EF4-FFF2-40B4-BE49-F238E27FC236}">
                <a16:creationId xmlns:a16="http://schemas.microsoft.com/office/drawing/2014/main" id="{53B5E0B1-57D8-8588-3764-5AC47252AC0A}"/>
              </a:ext>
            </a:extLst>
          </p:cNvPr>
          <p:cNvSpPr>
            <a:spLocks noGrp="1"/>
          </p:cNvSpPr>
          <p:nvPr>
            <p:ph type="sldNum" sz="quarter" idx="12"/>
          </p:nvPr>
        </p:nvSpPr>
        <p:spPr/>
        <p:txBody>
          <a:bodyPr>
            <a:noAutofit/>
          </a:bodyPr>
          <a:lstStyle/>
          <a:p>
            <a:endParaRPr kumimoji="1" lang="ja-JP" altLang="en-US" dirty="0"/>
          </a:p>
        </p:txBody>
      </p:sp>
    </p:spTree>
    <p:extLst>
      <p:ext uri="{BB962C8B-B14F-4D97-AF65-F5344CB8AC3E}">
        <p14:creationId xmlns:p14="http://schemas.microsoft.com/office/powerpoint/2010/main" val="98611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018D5A31-E700-E183-830D-62D745CEDD78}"/>
              </a:ext>
            </a:extLst>
          </p:cNvPr>
          <p:cNvSpPr>
            <a:spLocks noGrp="1"/>
          </p:cNvSpPr>
          <p:nvPr>
            <p:ph type="sldNum" sz="quarter" idx="12"/>
          </p:nvPr>
        </p:nvSpPr>
        <p:spPr/>
        <p:txBody>
          <a:bodyPr>
            <a:noAutofit/>
          </a:bodyPr>
          <a:lstStyle/>
          <a:p>
            <a:fld id="{18020408-E1FF-429E-A8D5-EB2A190A0D77}" type="slidenum">
              <a:rPr kumimoji="1" lang="ja-JP" altLang="en-US" smtClean="0"/>
              <a:t>2</a:t>
            </a:fld>
            <a:endParaRPr kumimoji="1" lang="ja-JP" altLang="en-US" dirty="0"/>
          </a:p>
        </p:txBody>
      </p:sp>
      <p:sp>
        <p:nvSpPr>
          <p:cNvPr id="5" name="タイトル 4">
            <a:extLst>
              <a:ext uri="{FF2B5EF4-FFF2-40B4-BE49-F238E27FC236}">
                <a16:creationId xmlns:a16="http://schemas.microsoft.com/office/drawing/2014/main" id="{B5F7CEBC-CB46-261F-E822-665F133629E4}"/>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FD1E64F2-55A3-717B-126F-86CED4734B76}"/>
              </a:ext>
            </a:extLst>
          </p:cNvPr>
          <p:cNvSpPr txBox="1"/>
          <p:nvPr/>
        </p:nvSpPr>
        <p:spPr>
          <a:xfrm>
            <a:off x="308873" y="1417867"/>
            <a:ext cx="1472376" cy="523220"/>
          </a:xfrm>
          <a:prstGeom prst="rect">
            <a:avLst/>
          </a:prstGeom>
          <a:noFill/>
        </p:spPr>
        <p:txBody>
          <a:bodyPr wrap="square" rtlCol="0">
            <a:noAutofit/>
          </a:bodyPr>
          <a:lstStyle/>
          <a:p>
            <a:r>
              <a:rPr kumimoji="1" lang="ja-JP" altLang="en-US" sz="2800" b="1" dirty="0">
                <a:solidFill>
                  <a:schemeClr val="accent1"/>
                </a:solidFill>
              </a:rPr>
              <a:t>目的</a:t>
            </a:r>
          </a:p>
        </p:txBody>
      </p:sp>
      <p:sp>
        <p:nvSpPr>
          <p:cNvPr id="8" name="テキスト ボックス 7">
            <a:extLst>
              <a:ext uri="{FF2B5EF4-FFF2-40B4-BE49-F238E27FC236}">
                <a16:creationId xmlns:a16="http://schemas.microsoft.com/office/drawing/2014/main" id="{B1AEC452-8646-716B-8047-DDB51AA78E1E}"/>
              </a:ext>
            </a:extLst>
          </p:cNvPr>
          <p:cNvSpPr txBox="1"/>
          <p:nvPr/>
        </p:nvSpPr>
        <p:spPr>
          <a:xfrm>
            <a:off x="308872" y="2775137"/>
            <a:ext cx="1575769" cy="523220"/>
          </a:xfrm>
          <a:prstGeom prst="rect">
            <a:avLst/>
          </a:prstGeom>
          <a:noFill/>
        </p:spPr>
        <p:txBody>
          <a:bodyPr wrap="square">
            <a:noAutofit/>
          </a:bodyPr>
          <a:lstStyle/>
          <a:p>
            <a:r>
              <a:rPr kumimoji="1" lang="ja-JP" altLang="en-US" sz="2800" b="1" dirty="0">
                <a:solidFill>
                  <a:schemeClr val="accent1"/>
                </a:solidFill>
              </a:rPr>
              <a:t>方法</a:t>
            </a:r>
          </a:p>
        </p:txBody>
      </p:sp>
      <p:sp>
        <p:nvSpPr>
          <p:cNvPr id="10" name="テキスト ボックス 9">
            <a:extLst>
              <a:ext uri="{FF2B5EF4-FFF2-40B4-BE49-F238E27FC236}">
                <a16:creationId xmlns:a16="http://schemas.microsoft.com/office/drawing/2014/main" id="{7D35D207-FF37-2162-A2A0-501DD833A315}"/>
              </a:ext>
            </a:extLst>
          </p:cNvPr>
          <p:cNvSpPr txBox="1"/>
          <p:nvPr/>
        </p:nvSpPr>
        <p:spPr>
          <a:xfrm>
            <a:off x="308873" y="4515852"/>
            <a:ext cx="4931476" cy="523220"/>
          </a:xfrm>
          <a:prstGeom prst="rect">
            <a:avLst/>
          </a:prstGeom>
          <a:noFill/>
        </p:spPr>
        <p:txBody>
          <a:bodyPr wrap="square">
            <a:noAutofit/>
          </a:bodyPr>
          <a:lstStyle/>
          <a:p>
            <a:r>
              <a:rPr kumimoji="1" lang="ja-JP" altLang="en-US" sz="2800" b="1" dirty="0">
                <a:solidFill>
                  <a:schemeClr val="accent1"/>
                </a:solidFill>
              </a:rPr>
              <a:t>実験</a:t>
            </a:r>
          </a:p>
        </p:txBody>
      </p:sp>
      <p:sp>
        <p:nvSpPr>
          <p:cNvPr id="11" name="テキスト ボックス 10">
            <a:extLst>
              <a:ext uri="{FF2B5EF4-FFF2-40B4-BE49-F238E27FC236}">
                <a16:creationId xmlns:a16="http://schemas.microsoft.com/office/drawing/2014/main" id="{BFED1204-3A4C-EE2F-DB08-DEEF9C45D197}"/>
              </a:ext>
            </a:extLst>
          </p:cNvPr>
          <p:cNvSpPr txBox="1"/>
          <p:nvPr/>
        </p:nvSpPr>
        <p:spPr>
          <a:xfrm>
            <a:off x="308872" y="1940404"/>
            <a:ext cx="4609635" cy="623365"/>
          </a:xfrm>
          <a:prstGeom prst="rect">
            <a:avLst/>
          </a:prstGeom>
          <a:noFill/>
        </p:spPr>
        <p:txBody>
          <a:bodyPr wrap="square" rtlCol="0">
            <a:noAutofit/>
          </a:bodyPr>
          <a:lstStyle/>
          <a:p>
            <a:r>
              <a:rPr lang="ja-JP" altLang="en-US" sz="2000" b="1" dirty="0">
                <a:latin typeface="+mn-ea"/>
              </a:rPr>
              <a:t>不信感を抱いた対象の切り替えによる</a:t>
            </a:r>
            <a:endParaRPr lang="en-US" altLang="ja-JP" sz="2000" b="1" dirty="0">
              <a:latin typeface="+mn-ea"/>
            </a:endParaRPr>
          </a:p>
          <a:p>
            <a:r>
              <a:rPr lang="en-US" altLang="ja-JP" sz="2000" b="1" dirty="0">
                <a:latin typeface="+mn-ea"/>
              </a:rPr>
              <a:t>LLM</a:t>
            </a:r>
            <a:r>
              <a:rPr lang="ja-JP" altLang="en-US" sz="2000" b="1" dirty="0">
                <a:latin typeface="+mn-ea"/>
              </a:rPr>
              <a:t>への</a:t>
            </a:r>
            <a:r>
              <a:rPr kumimoji="1" lang="ja-JP" altLang="en-US" sz="2000" b="1" dirty="0">
                <a:latin typeface="+mn-ea"/>
              </a:rPr>
              <a:t>ネガティブな印象のリセット</a:t>
            </a:r>
          </a:p>
          <a:p>
            <a:endParaRPr lang="en-US" altLang="ja-JP" b="1" dirty="0">
              <a:latin typeface="+mn-ea"/>
            </a:endParaRPr>
          </a:p>
        </p:txBody>
      </p:sp>
      <p:sp>
        <p:nvSpPr>
          <p:cNvPr id="13" name="テキスト ボックス 12">
            <a:extLst>
              <a:ext uri="{FF2B5EF4-FFF2-40B4-BE49-F238E27FC236}">
                <a16:creationId xmlns:a16="http://schemas.microsoft.com/office/drawing/2014/main" id="{27405228-50CA-6CA0-63F0-B5E33EB24F14}"/>
              </a:ext>
            </a:extLst>
          </p:cNvPr>
          <p:cNvSpPr txBox="1"/>
          <p:nvPr/>
        </p:nvSpPr>
        <p:spPr>
          <a:xfrm>
            <a:off x="308872" y="3316983"/>
            <a:ext cx="3364631" cy="1028810"/>
          </a:xfrm>
          <a:prstGeom prst="rect">
            <a:avLst/>
          </a:prstGeom>
          <a:noFill/>
        </p:spPr>
        <p:txBody>
          <a:bodyPr wrap="square">
            <a:noAutofit/>
          </a:bodyPr>
          <a:lstStyle/>
          <a:p>
            <a:pPr fontAlgn="base">
              <a:spcAft>
                <a:spcPts val="600"/>
              </a:spcAft>
            </a:pPr>
            <a:r>
              <a:rPr lang="ja-JP" altLang="en-US" sz="2000" b="1" dirty="0">
                <a:solidFill>
                  <a:srgbClr val="000000"/>
                </a:solidFill>
                <a:latin typeface="+mn-ea"/>
              </a:rPr>
              <a:t>人格切替システムの開発</a:t>
            </a:r>
            <a:endParaRPr lang="en-US" altLang="ja-JP" sz="20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2000" b="1" dirty="0">
                <a:solidFill>
                  <a:srgbClr val="000000"/>
                </a:solidFill>
                <a:latin typeface="+mn-ea"/>
              </a:rPr>
              <a:t>人格には</a:t>
            </a:r>
            <a:r>
              <a:rPr lang="en-US" altLang="ja-JP" sz="2000" b="1" dirty="0">
                <a:solidFill>
                  <a:srgbClr val="000000"/>
                </a:solidFill>
                <a:latin typeface="+mn-ea"/>
              </a:rPr>
              <a:t>MBTI</a:t>
            </a:r>
            <a:r>
              <a:rPr lang="ja-JP" altLang="en-US" sz="2000" b="1" dirty="0">
                <a:solidFill>
                  <a:srgbClr val="000000"/>
                </a:solidFill>
                <a:latin typeface="+mn-ea"/>
              </a:rPr>
              <a:t>を採用</a:t>
            </a:r>
            <a:endParaRPr lang="en-US" altLang="ja-JP" sz="2000" b="1" dirty="0">
              <a:solidFill>
                <a:srgbClr val="000000"/>
              </a:solidFill>
              <a:latin typeface="+mn-ea"/>
            </a:endParaRPr>
          </a:p>
          <a:p>
            <a:pPr marL="266700" indent="-174625" fontAlgn="base">
              <a:spcAft>
                <a:spcPts val="600"/>
              </a:spcAft>
              <a:buFont typeface="Arial" panose="020B0604020202020204" pitchFamily="34" charset="0"/>
              <a:buChar char="•"/>
            </a:pPr>
            <a:r>
              <a:rPr lang="ja-JP" altLang="en-US" sz="2000" b="1" dirty="0"/>
              <a:t>人格特性は口調で表現</a:t>
            </a:r>
          </a:p>
        </p:txBody>
      </p:sp>
      <p:sp>
        <p:nvSpPr>
          <p:cNvPr id="19" name="テキスト ボックス 18">
            <a:extLst>
              <a:ext uri="{FF2B5EF4-FFF2-40B4-BE49-F238E27FC236}">
                <a16:creationId xmlns:a16="http://schemas.microsoft.com/office/drawing/2014/main" id="{E5BADF25-87CD-48A6-0C85-576EDDDE1209}"/>
              </a:ext>
            </a:extLst>
          </p:cNvPr>
          <p:cNvSpPr txBox="1"/>
          <p:nvPr/>
        </p:nvSpPr>
        <p:spPr>
          <a:xfrm>
            <a:off x="308872" y="5036029"/>
            <a:ext cx="4609635" cy="1514247"/>
          </a:xfrm>
          <a:prstGeom prst="rect">
            <a:avLst/>
          </a:prstGeom>
          <a:noFill/>
        </p:spPr>
        <p:txBody>
          <a:bodyPr wrap="square">
            <a:noAutofit/>
          </a:bodyPr>
          <a:lstStyle/>
          <a:p>
            <a:pPr fontAlgn="base"/>
            <a:r>
              <a:rPr lang="ja-JP" altLang="en-US" sz="2000" b="1" dirty="0">
                <a:solidFill>
                  <a:srgbClr val="000000"/>
                </a:solidFill>
                <a:latin typeface="Meiryo UI" panose="020B0604030504040204" pitchFamily="50" charset="-128"/>
                <a:ea typeface="Yu Gothic" panose="020B0400000000000000" pitchFamily="50" charset="-128"/>
              </a:rPr>
              <a:t>ユーザのエージェントに対する</a:t>
            </a:r>
            <a:endParaRPr lang="en-US" altLang="ja-JP" sz="2000" b="1" dirty="0">
              <a:solidFill>
                <a:srgbClr val="000000"/>
              </a:solidFill>
              <a:latin typeface="Meiryo UI" panose="020B0604030504040204" pitchFamily="50" charset="-128"/>
              <a:ea typeface="Yu Gothic" panose="020B0400000000000000" pitchFamily="50" charset="-128"/>
            </a:endParaRPr>
          </a:p>
          <a:p>
            <a:pPr fontAlgn="base"/>
            <a:r>
              <a:rPr lang="ja-JP" altLang="en-US" sz="2000" b="1" dirty="0">
                <a:solidFill>
                  <a:srgbClr val="000000"/>
                </a:solidFill>
                <a:latin typeface="Meiryo UI" panose="020B0604030504040204" pitchFamily="50" charset="-128"/>
                <a:ea typeface="Yu Gothic" panose="020B0400000000000000" pitchFamily="50" charset="-128"/>
              </a:rPr>
              <a:t>印象</a:t>
            </a:r>
            <a:r>
              <a:rPr lang="ja-JP" altLang="ja-JP" sz="2000" b="1" dirty="0">
                <a:solidFill>
                  <a:srgbClr val="000000"/>
                </a:solidFill>
                <a:latin typeface="Meiryo UI" panose="020B0604030504040204" pitchFamily="50" charset="-128"/>
                <a:ea typeface="Yu Gothic" panose="020B0400000000000000" pitchFamily="50" charset="-128"/>
              </a:rPr>
              <a:t>を調査</a:t>
            </a:r>
            <a:endParaRPr lang="en-US" altLang="ja-JP" sz="2000" b="1" dirty="0">
              <a:solidFill>
                <a:srgbClr val="000000"/>
              </a:solidFill>
              <a:latin typeface="Meiryo UI" panose="020B0604030504040204" pitchFamily="50" charset="-128"/>
              <a:ea typeface="Yu Gothic" panose="020B0400000000000000" pitchFamily="50" charset="-128"/>
            </a:endParaRPr>
          </a:p>
          <a:p>
            <a:pPr fontAlgn="base">
              <a:lnSpc>
                <a:spcPct val="150000"/>
              </a:lnSpc>
            </a:pPr>
            <a:r>
              <a:rPr lang="ja-JP" altLang="en-US" sz="2000" b="1" dirty="0">
                <a:solidFill>
                  <a:srgbClr val="000000"/>
                </a:solidFill>
                <a:latin typeface="+mn-ea"/>
                <a:ea typeface="Yu Gothic" panose="020B0400000000000000" pitchFamily="50" charset="-128"/>
              </a:rPr>
              <a:t>人格の異なる</a:t>
            </a:r>
            <a:r>
              <a:rPr lang="en-US" altLang="ja-JP" sz="2000" b="1" dirty="0">
                <a:solidFill>
                  <a:srgbClr val="000000"/>
                </a:solidFill>
                <a:latin typeface="+mn-ea"/>
                <a:ea typeface="Yu Gothic" panose="020B0400000000000000" pitchFamily="50" charset="-128"/>
              </a:rPr>
              <a:t>3</a:t>
            </a:r>
            <a:r>
              <a:rPr lang="ja-JP" altLang="en-US" sz="2000" b="1" dirty="0">
                <a:solidFill>
                  <a:srgbClr val="000000"/>
                </a:solidFill>
                <a:latin typeface="+mn-ea"/>
                <a:ea typeface="Yu Gothic" panose="020B0400000000000000" pitchFamily="50" charset="-128"/>
              </a:rPr>
              <a:t>つの</a:t>
            </a:r>
            <a:r>
              <a:rPr lang="ja-JP" altLang="en-US" sz="2000" b="1" dirty="0">
                <a:latin typeface="+mn-ea"/>
                <a:ea typeface="Yu Gothic" panose="020B0400000000000000" pitchFamily="50" charset="-128"/>
              </a:rPr>
              <a:t>条件</a:t>
            </a:r>
            <a:r>
              <a:rPr lang="en-US" altLang="ja-JP" sz="2000" b="0" i="0" dirty="0">
                <a:solidFill>
                  <a:srgbClr val="000000"/>
                </a:solidFill>
                <a:effectLst/>
                <a:latin typeface="Yu Gothic" panose="020B0400000000000000" pitchFamily="50" charset="-128"/>
                <a:ea typeface="Meiryo UI" panose="020B0604030504040204" pitchFamily="50" charset="-128"/>
              </a:rPr>
              <a:t>​</a:t>
            </a:r>
            <a:r>
              <a:rPr lang="ja-JP" altLang="en-US" sz="2000" b="1" dirty="0">
                <a:solidFill>
                  <a:srgbClr val="000000"/>
                </a:solidFill>
                <a:latin typeface="Meiryo UI" panose="020B0604030504040204" pitchFamily="50" charset="-128"/>
                <a:ea typeface="Yu Gothic" panose="020B0400000000000000" pitchFamily="50" charset="-128"/>
              </a:rPr>
              <a:t>を設定</a:t>
            </a:r>
            <a:r>
              <a:rPr lang="en-US" altLang="ja-JP" sz="1800" b="1" i="0" dirty="0">
                <a:solidFill>
                  <a:srgbClr val="000000"/>
                </a:solidFill>
                <a:effectLst/>
                <a:latin typeface="+mn-ea"/>
              </a:rPr>
              <a:t>​</a:t>
            </a:r>
            <a:endParaRPr lang="en-US" altLang="ja-JP" b="1" i="0" dirty="0">
              <a:solidFill>
                <a:srgbClr val="000000"/>
              </a:solidFill>
              <a:effectLst/>
              <a:latin typeface="+mn-ea"/>
            </a:endParaRPr>
          </a:p>
        </p:txBody>
      </p:sp>
      <p:pic>
        <p:nvPicPr>
          <p:cNvPr id="3" name="チャットの様子">
            <a:hlinkClick r:id="" action="ppaction://media"/>
            <a:extLst>
              <a:ext uri="{FF2B5EF4-FFF2-40B4-BE49-F238E27FC236}">
                <a16:creationId xmlns:a16="http://schemas.microsoft.com/office/drawing/2014/main" id="{72A1B08D-E68D-6AC8-4804-35EDADBE9D61}"/>
              </a:ext>
            </a:extLst>
          </p:cNvPr>
          <p:cNvPicPr>
            <a:picLocks noChangeAspect="1"/>
          </p:cNvPicPr>
          <p:nvPr>
            <a:videoFile r:link="rId1"/>
            <p:extLst>
              <p:ext uri="{DAA4B4D4-6D71-4841-9C94-3DE7FCFB9230}">
                <p14:media xmlns:p14="http://schemas.microsoft.com/office/powerpoint/2010/main" r:embed="rId2">
                  <p14:trim st="19278" end="18179.2999"/>
                </p14:media>
              </p:ext>
            </p:extLst>
          </p:nvPr>
        </p:nvPicPr>
        <p:blipFill>
          <a:blip r:embed="rId5"/>
          <a:stretch>
            <a:fillRect/>
          </a:stretch>
        </p:blipFill>
        <p:spPr>
          <a:xfrm>
            <a:off x="4461526" y="3986512"/>
            <a:ext cx="4269774" cy="2401748"/>
          </a:xfrm>
          <a:prstGeom prst="rect">
            <a:avLst/>
          </a:prstGeom>
          <a:ln>
            <a:solidFill>
              <a:schemeClr val="accent1"/>
            </a:solidFill>
          </a:ln>
        </p:spPr>
      </p:pic>
      <p:pic>
        <p:nvPicPr>
          <p:cNvPr id="4" name="グラフィックス 3">
            <a:extLst>
              <a:ext uri="{FF2B5EF4-FFF2-40B4-BE49-F238E27FC236}">
                <a16:creationId xmlns:a16="http://schemas.microsoft.com/office/drawing/2014/main" id="{7A159842-D02F-9F5F-C6BF-AED620942492}"/>
              </a:ext>
            </a:extLst>
          </p:cNvPr>
          <p:cNvPicPr>
            <a:picLocks noChangeAspect="1"/>
          </p:cNvPicPr>
          <p:nvPr/>
        </p:nvPicPr>
        <p:blipFill>
          <a:blip r:embed="rId6">
            <a:extLst>
              <a:ext uri="{96DAC541-7B7A-43D3-8B79-37D633B846F1}">
                <asvg:svgBlip xmlns:asvg="http://schemas.microsoft.com/office/drawing/2016/SVG/main" r:embed="rId7"/>
              </a:ext>
            </a:extLst>
          </a:blip>
          <a:srcRect l="5496" t="16963" r="5083" b="21407"/>
          <a:stretch>
            <a:fillRect/>
          </a:stretch>
        </p:blipFill>
        <p:spPr>
          <a:xfrm>
            <a:off x="4804756" y="1894240"/>
            <a:ext cx="3958816" cy="1534760"/>
          </a:xfrm>
          <a:prstGeom prst="rect">
            <a:avLst/>
          </a:prstGeom>
        </p:spPr>
      </p:pic>
    </p:spTree>
    <p:extLst>
      <p:ext uri="{BB962C8B-B14F-4D97-AF65-F5344CB8AC3E}">
        <p14:creationId xmlns:p14="http://schemas.microsoft.com/office/powerpoint/2010/main" val="418124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63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repeatCount="indefinite"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0832-AA36-E24D-00D3-4365C3FBECEF}"/>
            </a:ext>
          </a:extLst>
        </p:cNvPr>
        <p:cNvGrpSpPr/>
        <p:nvPr/>
      </p:nvGrpSpPr>
      <p:grpSpPr>
        <a:xfrm>
          <a:off x="0" y="0"/>
          <a:ext cx="0" cy="0"/>
          <a:chOff x="0" y="0"/>
          <a:chExt cx="0" cy="0"/>
        </a:xfrm>
      </p:grpSpPr>
      <p:sp>
        <p:nvSpPr>
          <p:cNvPr id="43" name="スライド番号プレースホルダー 42">
            <a:extLst>
              <a:ext uri="{FF2B5EF4-FFF2-40B4-BE49-F238E27FC236}">
                <a16:creationId xmlns:a16="http://schemas.microsoft.com/office/drawing/2014/main" id="{02B33D19-3318-AEAB-7AFC-3F853C678A0C}"/>
              </a:ext>
            </a:extLst>
          </p:cNvPr>
          <p:cNvSpPr>
            <a:spLocks noGrp="1"/>
          </p:cNvSpPr>
          <p:nvPr>
            <p:ph type="sldNum" sz="quarter" idx="12"/>
          </p:nvPr>
        </p:nvSpPr>
        <p:spPr/>
        <p:txBody>
          <a:bodyPr>
            <a:noAutofit/>
          </a:bodyPr>
          <a:lstStyle/>
          <a:p>
            <a:fld id="{18020408-E1FF-429E-A8D5-EB2A190A0D77}" type="slidenum">
              <a:rPr kumimoji="1" lang="ja-JP" altLang="en-US" smtClean="0"/>
              <a:t>3</a:t>
            </a:fld>
            <a:endParaRPr kumimoji="1" lang="ja-JP" altLang="en-US" dirty="0"/>
          </a:p>
        </p:txBody>
      </p:sp>
      <p:sp>
        <p:nvSpPr>
          <p:cNvPr id="5" name="タイトル 4">
            <a:extLst>
              <a:ext uri="{FF2B5EF4-FFF2-40B4-BE49-F238E27FC236}">
                <a16:creationId xmlns:a16="http://schemas.microsoft.com/office/drawing/2014/main" id="{FCA60367-8141-7D97-B868-8A0F8C0CC0CD}"/>
              </a:ext>
            </a:extLst>
          </p:cNvPr>
          <p:cNvSpPr>
            <a:spLocks noGrp="1"/>
          </p:cNvSpPr>
          <p:nvPr>
            <p:ph type="title"/>
          </p:nvPr>
        </p:nvSpPr>
        <p:spPr/>
        <p:txBody>
          <a:bodyPr>
            <a:noAutofit/>
          </a:bodyPr>
          <a:lstStyle/>
          <a:p>
            <a:r>
              <a:rPr lang="ja-JP" altLang="en-US" sz="3600" b="1" dirty="0">
                <a:solidFill>
                  <a:schemeClr val="bg1"/>
                </a:solidFill>
                <a:latin typeface="+mn-ea"/>
                <a:ea typeface="+mn-ea"/>
              </a:rPr>
              <a:t>背景</a:t>
            </a:r>
          </a:p>
        </p:txBody>
      </p:sp>
      <p:sp>
        <p:nvSpPr>
          <p:cNvPr id="11" name="テキスト ボックス 10">
            <a:extLst>
              <a:ext uri="{FF2B5EF4-FFF2-40B4-BE49-F238E27FC236}">
                <a16:creationId xmlns:a16="http://schemas.microsoft.com/office/drawing/2014/main" id="{BA9B0B7D-11A7-BA3B-6F3A-9A3B00F18751}"/>
              </a:ext>
            </a:extLst>
          </p:cNvPr>
          <p:cNvSpPr txBox="1"/>
          <p:nvPr/>
        </p:nvSpPr>
        <p:spPr>
          <a:xfrm>
            <a:off x="454214" y="5526103"/>
            <a:ext cx="8475454" cy="561988"/>
          </a:xfrm>
          <a:prstGeom prst="rect">
            <a:avLst/>
          </a:prstGeom>
          <a:noFill/>
        </p:spPr>
        <p:txBody>
          <a:bodyPr wrap="square" rtlCol="0">
            <a:noAutofit/>
          </a:bodyPr>
          <a:lstStyle/>
          <a:p>
            <a:r>
              <a:rPr lang="ja-JP" altLang="en-US" sz="2600" b="1" dirty="0">
                <a:latin typeface="+mn-ea"/>
              </a:rPr>
              <a:t>ユーザの期待に沿わない出力は</a:t>
            </a:r>
            <a:r>
              <a:rPr lang="ja-JP" altLang="en-US" sz="2600" b="1" dirty="0">
                <a:solidFill>
                  <a:srgbClr val="FF0000"/>
                </a:solidFill>
                <a:latin typeface="+mn-ea"/>
              </a:rPr>
              <a:t>信頼を低下 </a:t>
            </a:r>
            <a:r>
              <a:rPr lang="en-US" altLang="ja-JP" sz="2000" b="1" dirty="0"/>
              <a:t>[</a:t>
            </a:r>
            <a:r>
              <a:rPr lang="en-US" altLang="ja-JP" sz="2000" b="1" dirty="0">
                <a:latin typeface="+mn-ea"/>
              </a:rPr>
              <a:t>Martell</a:t>
            </a:r>
            <a:r>
              <a:rPr lang="ja-JP" altLang="en-US" sz="2000" b="1" dirty="0">
                <a:latin typeface="+mn-ea"/>
              </a:rPr>
              <a:t>ら </a:t>
            </a:r>
            <a:r>
              <a:rPr lang="en-US" altLang="ja-JP" sz="2000" b="1" dirty="0">
                <a:latin typeface="+mn-ea"/>
              </a:rPr>
              <a:t>’25</a:t>
            </a:r>
            <a:r>
              <a:rPr lang="en-US" altLang="ja-JP" sz="2000" b="1" dirty="0"/>
              <a:t>]</a:t>
            </a:r>
            <a:endParaRPr lang="en-US" altLang="ja-JP" sz="2600" b="1" dirty="0">
              <a:solidFill>
                <a:srgbClr val="FF0000"/>
              </a:solidFill>
              <a:latin typeface="+mn-ea"/>
            </a:endParaRPr>
          </a:p>
        </p:txBody>
      </p:sp>
      <p:grpSp>
        <p:nvGrpSpPr>
          <p:cNvPr id="2" name="グループ化 1">
            <a:extLst>
              <a:ext uri="{FF2B5EF4-FFF2-40B4-BE49-F238E27FC236}">
                <a16:creationId xmlns:a16="http://schemas.microsoft.com/office/drawing/2014/main" id="{CDA0FEBF-A58F-2E10-E1E5-8C65F45A79A9}"/>
              </a:ext>
            </a:extLst>
          </p:cNvPr>
          <p:cNvGrpSpPr/>
          <p:nvPr/>
        </p:nvGrpSpPr>
        <p:grpSpPr>
          <a:xfrm>
            <a:off x="483475" y="5058132"/>
            <a:ext cx="8287450" cy="1130335"/>
            <a:chOff x="-1662242" y="2337461"/>
            <a:chExt cx="8278354" cy="1028519"/>
          </a:xfrm>
        </p:grpSpPr>
        <p:sp>
          <p:nvSpPr>
            <p:cNvPr id="3" name="角丸四角形 4">
              <a:extLst>
                <a:ext uri="{FF2B5EF4-FFF2-40B4-BE49-F238E27FC236}">
                  <a16:creationId xmlns:a16="http://schemas.microsoft.com/office/drawing/2014/main" id="{2644F4E7-2452-D8F7-BDE3-BDDF33845D1D}"/>
                </a:ext>
              </a:extLst>
            </p:cNvPr>
            <p:cNvSpPr/>
            <p:nvPr/>
          </p:nvSpPr>
          <p:spPr bwMode="auto">
            <a:xfrm>
              <a:off x="-1662242" y="2480157"/>
              <a:ext cx="8278354" cy="885823"/>
            </a:xfrm>
            <a:prstGeom prst="roundRect">
              <a:avLst>
                <a:gd name="adj" fmla="val 7394"/>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7" name="テキスト ボックス 6">
              <a:extLst>
                <a:ext uri="{FF2B5EF4-FFF2-40B4-BE49-F238E27FC236}">
                  <a16:creationId xmlns:a16="http://schemas.microsoft.com/office/drawing/2014/main" id="{8D6E70A1-C542-C8F1-095F-6322960A7120}"/>
                </a:ext>
              </a:extLst>
            </p:cNvPr>
            <p:cNvSpPr txBox="1"/>
            <p:nvPr/>
          </p:nvSpPr>
          <p:spPr>
            <a:xfrm>
              <a:off x="258315" y="2536963"/>
              <a:ext cx="184731" cy="338554"/>
            </a:xfrm>
            <a:prstGeom prst="rect">
              <a:avLst/>
            </a:prstGeom>
            <a:noFill/>
          </p:spPr>
          <p:txBody>
            <a:bodyPr wrap="non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514350" rtl="0" eaLnBrk="1" fontAlgn="auto" latinLnBrk="0" hangingPunct="1">
                <a:lnSpc>
                  <a:spcPct val="100000"/>
                </a:lnSpc>
                <a:spcBef>
                  <a:spcPts val="0"/>
                </a:spcBef>
                <a:spcAft>
                  <a:spcPts val="0"/>
                </a:spcAft>
                <a:buClrTx/>
                <a:buSzTx/>
                <a:buFont typeface="Arial"/>
                <a:buNone/>
                <a:tabLst/>
                <a:defRPr/>
              </a:pPr>
              <a:endParaRPr kumimoji="1" lang="en-US" altLang="ja-JP" sz="1600" b="1" dirty="0">
                <a:latin typeface="Yu Gothic" panose="020B0400000000000000" pitchFamily="34" charset="-128"/>
                <a:ea typeface="Yu Gothic" panose="020B0400000000000000" pitchFamily="34" charset="-128"/>
              </a:endParaRPr>
            </a:p>
          </p:txBody>
        </p:sp>
        <p:sp>
          <p:nvSpPr>
            <p:cNvPr id="14" name="テキスト ボックス 15">
              <a:extLst>
                <a:ext uri="{FF2B5EF4-FFF2-40B4-BE49-F238E27FC236}">
                  <a16:creationId xmlns:a16="http://schemas.microsoft.com/office/drawing/2014/main" id="{5DBC74B9-8FED-DA66-8566-89576A69F647}"/>
                </a:ext>
              </a:extLst>
            </p:cNvPr>
            <p:cNvSpPr txBox="1"/>
            <p:nvPr/>
          </p:nvSpPr>
          <p:spPr>
            <a:xfrm>
              <a:off x="-1418923" y="2337461"/>
              <a:ext cx="1433920" cy="338554"/>
            </a:xfrm>
            <a:prstGeom prst="rect">
              <a:avLst/>
            </a:prstGeom>
            <a:solidFill>
              <a:schemeClr val="bg1"/>
            </a:solidFill>
          </p:spPr>
          <p:txBody>
            <a:bodyPr wrap="square">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ja-JP" altLang="en-US" sz="2400" b="1" i="0" u="none" strike="noStrike" cap="none" normalizeH="0" baseline="0" dirty="0">
                  <a:ln>
                    <a:noFill/>
                  </a:ln>
                  <a:solidFill>
                    <a:schemeClr val="accent1"/>
                  </a:solidFill>
                  <a:effectLst/>
                  <a:latin typeface="+mn-ea"/>
                  <a:ea typeface="+mn-ea"/>
                </a:rPr>
                <a:t>問題点</a:t>
              </a:r>
            </a:p>
          </p:txBody>
        </p:sp>
      </p:grpSp>
      <p:sp>
        <p:nvSpPr>
          <p:cNvPr id="33" name="テキスト ボックス 32">
            <a:extLst>
              <a:ext uri="{FF2B5EF4-FFF2-40B4-BE49-F238E27FC236}">
                <a16:creationId xmlns:a16="http://schemas.microsoft.com/office/drawing/2014/main" id="{29884E82-D955-854F-4705-9797A93782F2}"/>
              </a:ext>
            </a:extLst>
          </p:cNvPr>
          <p:cNvSpPr txBox="1"/>
          <p:nvPr/>
        </p:nvSpPr>
        <p:spPr>
          <a:xfrm>
            <a:off x="273971" y="1331177"/>
            <a:ext cx="7159892" cy="461665"/>
          </a:xfrm>
          <a:prstGeom prst="rect">
            <a:avLst/>
          </a:prstGeom>
          <a:noFill/>
        </p:spPr>
        <p:txBody>
          <a:bodyPr wrap="square">
            <a:noAutofit/>
          </a:bodyPr>
          <a:lstStyle/>
          <a:p>
            <a:r>
              <a:rPr lang="en-US" altLang="ja-JP" sz="2400" b="1" dirty="0">
                <a:latin typeface="+mn-ea"/>
              </a:rPr>
              <a:t>LLM</a:t>
            </a:r>
            <a:r>
              <a:rPr lang="ja-JP" altLang="ja-JP" sz="2400" b="1" dirty="0"/>
              <a:t>を用いた対話</a:t>
            </a:r>
            <a:r>
              <a:rPr lang="ja-JP" altLang="en-US" sz="2400" b="1" dirty="0"/>
              <a:t>型</a:t>
            </a:r>
            <a:r>
              <a:rPr lang="en-US" altLang="ja-JP" sz="2400" b="1" dirty="0"/>
              <a:t>AI</a:t>
            </a:r>
            <a:r>
              <a:rPr lang="ja-JP" altLang="ja-JP" sz="2400" b="1" dirty="0"/>
              <a:t>の普及</a:t>
            </a:r>
            <a:endParaRPr lang="ja-JP" altLang="en-US" sz="2400" b="1" dirty="0"/>
          </a:p>
        </p:txBody>
      </p:sp>
      <p:sp>
        <p:nvSpPr>
          <p:cNvPr id="35" name="テキスト ボックス 34">
            <a:extLst>
              <a:ext uri="{FF2B5EF4-FFF2-40B4-BE49-F238E27FC236}">
                <a16:creationId xmlns:a16="http://schemas.microsoft.com/office/drawing/2014/main" id="{7FF0BBE9-46D4-24FB-D652-C9F949F5DFBC}"/>
              </a:ext>
            </a:extLst>
          </p:cNvPr>
          <p:cNvSpPr txBox="1"/>
          <p:nvPr/>
        </p:nvSpPr>
        <p:spPr>
          <a:xfrm>
            <a:off x="454214" y="1901789"/>
            <a:ext cx="2826458" cy="881139"/>
          </a:xfrm>
          <a:prstGeom prst="rect">
            <a:avLst/>
          </a:prstGeom>
          <a:noFill/>
        </p:spPr>
        <p:txBody>
          <a:bodyPr wrap="square">
            <a:noAutofit/>
          </a:bodyPr>
          <a:lstStyle/>
          <a:p>
            <a:pPr algn="l" rtl="0" fontAlgn="base">
              <a:lnSpc>
                <a:spcPct val="150000"/>
              </a:lnSpc>
              <a:buFont typeface="Arial" panose="020B0604020202020204" pitchFamily="34" charset="0"/>
              <a:buChar char="•"/>
            </a:pPr>
            <a:r>
              <a:rPr lang="en-US" altLang="ja-JP" sz="1800" b="1" i="0" u="none" strike="noStrike" dirty="0">
                <a:solidFill>
                  <a:srgbClr val="000000"/>
                </a:solidFill>
                <a:effectLst/>
                <a:latin typeface="游ゴシック" panose="020B0400000000000000" pitchFamily="50" charset="-128"/>
              </a:rPr>
              <a:t> ChatGPT(OpenAI</a:t>
            </a:r>
            <a:r>
              <a:rPr lang="ja-JP" altLang="ja-JP" sz="1800" b="1" i="0" u="none" strike="noStrike" dirty="0">
                <a:solidFill>
                  <a:srgbClr val="000000"/>
                </a:solidFill>
                <a:effectLst/>
                <a:latin typeface="Arial" panose="020B0604020202020204" pitchFamily="34" charset="0"/>
                <a:ea typeface="游ゴシック" panose="020B0400000000000000" pitchFamily="50" charset="-128"/>
              </a:rPr>
              <a:t>社</a:t>
            </a:r>
            <a:r>
              <a:rPr lang="en-US" altLang="ja-JP" sz="1800" b="1" i="0" u="none" strike="noStrike" dirty="0">
                <a:solidFill>
                  <a:srgbClr val="000000"/>
                </a:solidFill>
                <a:effectLst/>
                <a:latin typeface="游ゴシック" panose="020B0400000000000000" pitchFamily="50" charset="-128"/>
              </a:rPr>
              <a:t>)</a:t>
            </a:r>
            <a:r>
              <a:rPr lang="en-US" altLang="ja-JP" sz="1800" b="0" i="0" dirty="0">
                <a:solidFill>
                  <a:srgbClr val="000000"/>
                </a:solidFill>
                <a:effectLst/>
                <a:latin typeface="游ゴシック" panose="020B0400000000000000" pitchFamily="50" charset="-128"/>
              </a:rPr>
              <a:t>​</a:t>
            </a:r>
            <a:endParaRPr lang="en-US" altLang="ja-JP" b="0" i="0" dirty="0">
              <a:solidFill>
                <a:srgbClr val="000000"/>
              </a:solidFill>
              <a:effectLst/>
              <a:latin typeface="Arial" panose="020B0604020202020204" pitchFamily="34" charset="0"/>
            </a:endParaRPr>
          </a:p>
          <a:p>
            <a:pPr algn="l" rtl="0" fontAlgn="base">
              <a:lnSpc>
                <a:spcPct val="150000"/>
              </a:lnSpc>
              <a:buFont typeface="Arial" panose="020B0604020202020204" pitchFamily="34" charset="0"/>
              <a:buChar char="•"/>
            </a:pPr>
            <a:r>
              <a:rPr lang="en-US" altLang="ja-JP" sz="1800" b="1" i="0" u="none" strike="noStrike" dirty="0">
                <a:solidFill>
                  <a:srgbClr val="000000"/>
                </a:solidFill>
                <a:effectLst/>
                <a:latin typeface="游ゴシック" panose="020B0400000000000000" pitchFamily="50" charset="-128"/>
              </a:rPr>
              <a:t> Gemini(Google</a:t>
            </a:r>
            <a:r>
              <a:rPr lang="ja-JP" altLang="ja-JP" sz="1800" b="1" i="0" u="none" strike="noStrike" dirty="0">
                <a:solidFill>
                  <a:srgbClr val="000000"/>
                </a:solidFill>
                <a:effectLst/>
                <a:latin typeface="Arial" panose="020B0604020202020204" pitchFamily="34" charset="0"/>
                <a:ea typeface="游ゴシック" panose="020B0400000000000000" pitchFamily="50" charset="-128"/>
              </a:rPr>
              <a:t>社</a:t>
            </a:r>
            <a:r>
              <a:rPr lang="en-US" altLang="ja-JP" sz="1800" b="1" i="0" u="none" strike="noStrike" dirty="0">
                <a:solidFill>
                  <a:srgbClr val="000000"/>
                </a:solidFill>
                <a:effectLst/>
                <a:latin typeface="游ゴシック" panose="020B0400000000000000" pitchFamily="50" charset="-128"/>
              </a:rPr>
              <a:t>)</a:t>
            </a:r>
            <a:r>
              <a:rPr lang="en-US" altLang="ja-JP" sz="1800" b="0" i="0" dirty="0">
                <a:solidFill>
                  <a:srgbClr val="000000"/>
                </a:solidFill>
                <a:effectLst/>
                <a:latin typeface="游ゴシック" panose="020B0400000000000000" pitchFamily="50" charset="-128"/>
              </a:rPr>
              <a:t>​</a:t>
            </a:r>
            <a:endParaRPr lang="en-US" altLang="ja-JP" b="0" i="0" dirty="0">
              <a:solidFill>
                <a:srgbClr val="000000"/>
              </a:solidFill>
              <a:effectLst/>
              <a:latin typeface="Arial" panose="020B0604020202020204" pitchFamily="34" charset="0"/>
            </a:endParaRPr>
          </a:p>
        </p:txBody>
      </p:sp>
      <p:grpSp>
        <p:nvGrpSpPr>
          <p:cNvPr id="45" name="グループ化 44">
            <a:extLst>
              <a:ext uri="{FF2B5EF4-FFF2-40B4-BE49-F238E27FC236}">
                <a16:creationId xmlns:a16="http://schemas.microsoft.com/office/drawing/2014/main" id="{09B553EF-8076-A4E3-2260-D2C5324C60DE}"/>
              </a:ext>
            </a:extLst>
          </p:cNvPr>
          <p:cNvGrpSpPr/>
          <p:nvPr/>
        </p:nvGrpSpPr>
        <p:grpSpPr>
          <a:xfrm>
            <a:off x="4461449" y="1814750"/>
            <a:ext cx="1018230" cy="1070882"/>
            <a:chOff x="4461449" y="1929927"/>
            <a:chExt cx="1018230" cy="1070882"/>
          </a:xfrm>
        </p:grpSpPr>
        <p:pic>
          <p:nvPicPr>
            <p:cNvPr id="1026" name="Picture 2" descr="アイコン&#10;&#10;自動的に生成された説明">
              <a:extLst>
                <a:ext uri="{FF2B5EF4-FFF2-40B4-BE49-F238E27FC236}">
                  <a16:creationId xmlns:a16="http://schemas.microsoft.com/office/drawing/2014/main" id="{DE324311-CA38-6CEF-8BFC-4D5A5D638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29927"/>
              <a:ext cx="797128" cy="797128"/>
            </a:xfrm>
            <a:prstGeom prst="rect">
              <a:avLst/>
            </a:prstGeom>
            <a:noFill/>
            <a:extLst>
              <a:ext uri="{909E8E84-426E-40DD-AFC4-6F175D3DCCD1}">
                <a14:hiddenFill xmlns:a14="http://schemas.microsoft.com/office/drawing/2010/main">
                  <a:solidFill>
                    <a:srgbClr val="FFFFFF"/>
                  </a:solidFill>
                </a14:hiddenFill>
              </a:ext>
            </a:extLst>
          </p:spPr>
        </p:pic>
        <p:sp>
          <p:nvSpPr>
            <p:cNvPr id="37" name="テキスト ボックス 36">
              <a:extLst>
                <a:ext uri="{FF2B5EF4-FFF2-40B4-BE49-F238E27FC236}">
                  <a16:creationId xmlns:a16="http://schemas.microsoft.com/office/drawing/2014/main" id="{C534F52E-5EB3-846F-2C22-714B48A26721}"/>
                </a:ext>
              </a:extLst>
            </p:cNvPr>
            <p:cNvSpPr txBox="1"/>
            <p:nvPr/>
          </p:nvSpPr>
          <p:spPr>
            <a:xfrm>
              <a:off x="4461449" y="2739199"/>
              <a:ext cx="1018230" cy="261610"/>
            </a:xfrm>
            <a:prstGeom prst="rect">
              <a:avLst/>
            </a:prstGeom>
            <a:noFill/>
          </p:spPr>
          <p:txBody>
            <a:bodyPr wrap="square">
              <a:noAutofit/>
            </a:bodyPr>
            <a:lstStyle/>
            <a:p>
              <a:r>
                <a:rPr lang="ja-JP" altLang="ja-JP" sz="1050" b="1" i="0" u="none" strike="noStrike" dirty="0">
                  <a:solidFill>
                    <a:srgbClr val="000000"/>
                  </a:solidFill>
                  <a:effectLst/>
                  <a:ea typeface="游ゴシック" panose="020B0400000000000000" pitchFamily="50" charset="-128"/>
                </a:rPr>
                <a:t>出典</a:t>
              </a:r>
              <a:r>
                <a:rPr lang="en-US" altLang="ja-JP" sz="1050" b="1" i="0" u="none" strike="noStrike" dirty="0">
                  <a:solidFill>
                    <a:srgbClr val="000000"/>
                  </a:solidFill>
                  <a:effectLst/>
                  <a:latin typeface="游ゴシック" panose="020B0400000000000000" pitchFamily="50" charset="-128"/>
                </a:rPr>
                <a:t>:OpenAI</a:t>
              </a:r>
              <a:endParaRPr lang="ja-JP" altLang="en-US" sz="1050" dirty="0"/>
            </a:p>
          </p:txBody>
        </p:sp>
      </p:grpSp>
      <p:grpSp>
        <p:nvGrpSpPr>
          <p:cNvPr id="44" name="グループ化 43">
            <a:extLst>
              <a:ext uri="{FF2B5EF4-FFF2-40B4-BE49-F238E27FC236}">
                <a16:creationId xmlns:a16="http://schemas.microsoft.com/office/drawing/2014/main" id="{DF99FC49-B20F-E14B-7E75-5EB4FE768438}"/>
              </a:ext>
            </a:extLst>
          </p:cNvPr>
          <p:cNvGrpSpPr/>
          <p:nvPr/>
        </p:nvGrpSpPr>
        <p:grpSpPr>
          <a:xfrm>
            <a:off x="6108053" y="1854134"/>
            <a:ext cx="1957093" cy="976447"/>
            <a:chOff x="6088730" y="2004524"/>
            <a:chExt cx="1957093" cy="976447"/>
          </a:xfrm>
        </p:grpSpPr>
        <p:pic>
          <p:nvPicPr>
            <p:cNvPr id="1028" name="Picture 4" descr="ロゴ&#10;&#10;自動的に生成された説明">
              <a:extLst>
                <a:ext uri="{FF2B5EF4-FFF2-40B4-BE49-F238E27FC236}">
                  <a16:creationId xmlns:a16="http://schemas.microsoft.com/office/drawing/2014/main" id="{529AEA85-A6FD-1BF3-B1F9-13DF80F686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8730" y="2004524"/>
              <a:ext cx="1957093" cy="722531"/>
            </a:xfrm>
            <a:prstGeom prst="rect">
              <a:avLst/>
            </a:prstGeom>
            <a:noFill/>
            <a:extLst>
              <a:ext uri="{909E8E84-426E-40DD-AFC4-6F175D3DCCD1}">
                <a14:hiddenFill xmlns:a14="http://schemas.microsoft.com/office/drawing/2010/main">
                  <a:solidFill>
                    <a:srgbClr val="FFFFFF"/>
                  </a:solidFill>
                </a14:hiddenFill>
              </a:ext>
            </a:extLst>
          </p:spPr>
        </p:pic>
        <p:sp>
          <p:nvSpPr>
            <p:cNvPr id="39" name="テキスト ボックス 38">
              <a:extLst>
                <a:ext uri="{FF2B5EF4-FFF2-40B4-BE49-F238E27FC236}">
                  <a16:creationId xmlns:a16="http://schemas.microsoft.com/office/drawing/2014/main" id="{EA1F4529-7A8E-56F7-2791-FEE0C8CFF6D9}"/>
                </a:ext>
              </a:extLst>
            </p:cNvPr>
            <p:cNvSpPr txBox="1"/>
            <p:nvPr/>
          </p:nvSpPr>
          <p:spPr>
            <a:xfrm>
              <a:off x="6660456" y="2719361"/>
              <a:ext cx="1018230" cy="261610"/>
            </a:xfrm>
            <a:prstGeom prst="rect">
              <a:avLst/>
            </a:prstGeom>
            <a:noFill/>
          </p:spPr>
          <p:txBody>
            <a:bodyPr wrap="square">
              <a:noAutofit/>
            </a:bodyPr>
            <a:lstStyle/>
            <a:p>
              <a:r>
                <a:rPr lang="ja-JP" altLang="ja-JP" sz="1050" b="1" i="0" u="none" strike="noStrike" dirty="0">
                  <a:solidFill>
                    <a:srgbClr val="000000"/>
                  </a:solidFill>
                  <a:effectLst/>
                  <a:ea typeface="游ゴシック" panose="020B0400000000000000" pitchFamily="50" charset="-128"/>
                </a:rPr>
                <a:t>出典</a:t>
              </a:r>
              <a:r>
                <a:rPr lang="en-US" altLang="ja-JP" sz="1050" b="1" i="0" u="none" strike="noStrike" dirty="0">
                  <a:solidFill>
                    <a:srgbClr val="000000"/>
                  </a:solidFill>
                  <a:effectLst/>
                  <a:latin typeface="游ゴシック" panose="020B0400000000000000" pitchFamily="50" charset="-128"/>
                </a:rPr>
                <a:t>: Google</a:t>
              </a:r>
              <a:endParaRPr lang="ja-JP" altLang="en-US" sz="1050" dirty="0"/>
            </a:p>
          </p:txBody>
        </p:sp>
      </p:grpSp>
      <p:sp>
        <p:nvSpPr>
          <p:cNvPr id="41" name="テキスト ボックス 40">
            <a:extLst>
              <a:ext uri="{FF2B5EF4-FFF2-40B4-BE49-F238E27FC236}">
                <a16:creationId xmlns:a16="http://schemas.microsoft.com/office/drawing/2014/main" id="{BA005F72-192C-DB75-1753-88DD080A13FC}"/>
              </a:ext>
            </a:extLst>
          </p:cNvPr>
          <p:cNvSpPr txBox="1"/>
          <p:nvPr/>
        </p:nvSpPr>
        <p:spPr>
          <a:xfrm>
            <a:off x="454214" y="2823363"/>
            <a:ext cx="7938223" cy="1415422"/>
          </a:xfrm>
          <a:prstGeom prst="rect">
            <a:avLst/>
          </a:prstGeom>
          <a:noFill/>
        </p:spPr>
        <p:txBody>
          <a:bodyPr wrap="square">
            <a:noAutofit/>
          </a:bodyPr>
          <a:lstStyle/>
          <a:p>
            <a:pPr>
              <a:lnSpc>
                <a:spcPct val="150000"/>
              </a:lnSpc>
            </a:pPr>
            <a:r>
              <a:rPr lang="ja-JP" altLang="en-US" sz="2000" b="1" dirty="0"/>
              <a:t>情報提供，カスタマーサポート，マーケティングなどで利用</a:t>
            </a:r>
            <a:br>
              <a:rPr lang="en-US" altLang="ja-JP" sz="2000" b="1" dirty="0"/>
            </a:br>
            <a:r>
              <a:rPr lang="ja-JP" altLang="en-US" sz="2000" b="1" dirty="0"/>
              <a:t>期待通りの出力には意図の具体化が有効 </a:t>
            </a:r>
            <a:r>
              <a:rPr lang="en-US" altLang="ja-JP" sz="2000" b="1" dirty="0"/>
              <a:t>[</a:t>
            </a:r>
            <a:r>
              <a:rPr lang="en-US" altLang="ja-JP" sz="2000" b="1" dirty="0">
                <a:latin typeface="+mn-ea"/>
              </a:rPr>
              <a:t>Kim</a:t>
            </a:r>
            <a:r>
              <a:rPr lang="ja-JP" altLang="en-US" sz="2000" b="1" dirty="0">
                <a:latin typeface="+mn-ea"/>
              </a:rPr>
              <a:t>ら </a:t>
            </a:r>
            <a:r>
              <a:rPr lang="en-US" altLang="ja-JP" sz="2000" b="1" dirty="0">
                <a:latin typeface="+mn-ea"/>
              </a:rPr>
              <a:t>’24</a:t>
            </a:r>
            <a:r>
              <a:rPr lang="en-US" altLang="ja-JP" sz="2000" b="1" dirty="0"/>
              <a:t>]</a:t>
            </a:r>
          </a:p>
          <a:p>
            <a:pPr>
              <a:lnSpc>
                <a:spcPct val="150000"/>
              </a:lnSpc>
            </a:pPr>
            <a:r>
              <a:rPr lang="ja-JP" altLang="en-US" sz="2000" b="1" dirty="0">
                <a:sym typeface="Wingdings" panose="05000000000000000000" pitchFamily="2" charset="2"/>
              </a:rPr>
              <a:t>約</a:t>
            </a:r>
            <a:r>
              <a:rPr lang="en-US" altLang="ja-JP" sz="2000" b="1" dirty="0">
                <a:sym typeface="Wingdings" panose="05000000000000000000" pitchFamily="2" charset="2"/>
              </a:rPr>
              <a:t>4</a:t>
            </a:r>
            <a:r>
              <a:rPr lang="ja-JP" altLang="en-US" sz="2000" b="1" dirty="0">
                <a:sym typeface="Wingdings" panose="05000000000000000000" pitchFamily="2" charset="2"/>
              </a:rPr>
              <a:t>割のケースで不満が未解決</a:t>
            </a:r>
            <a:endParaRPr lang="ja-JP" altLang="en-US" sz="2000" b="1" dirty="0">
              <a:solidFill>
                <a:srgbClr val="FF0000"/>
              </a:solidFill>
            </a:endParaRPr>
          </a:p>
        </p:txBody>
      </p:sp>
      <p:sp>
        <p:nvSpPr>
          <p:cNvPr id="42" name="矢印: 下 41">
            <a:extLst>
              <a:ext uri="{FF2B5EF4-FFF2-40B4-BE49-F238E27FC236}">
                <a16:creationId xmlns:a16="http://schemas.microsoft.com/office/drawing/2014/main" id="{E9529A08-B945-DCCD-57E9-FC3E649A294A}"/>
              </a:ext>
            </a:extLst>
          </p:cNvPr>
          <p:cNvSpPr/>
          <p:nvPr/>
        </p:nvSpPr>
        <p:spPr>
          <a:xfrm>
            <a:off x="3853917" y="4367098"/>
            <a:ext cx="970241" cy="691035"/>
          </a:xfrm>
          <a:prstGeom prst="down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2167068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90157-9332-AB7D-DE5D-39A5FE4BFBDB}"/>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4B3F5643-5D11-F387-BE98-3EBDEB366932}"/>
              </a:ext>
            </a:extLst>
          </p:cNvPr>
          <p:cNvSpPr>
            <a:spLocks/>
          </p:cNvSpPr>
          <p:nvPr/>
        </p:nvSpPr>
        <p:spPr>
          <a:xfrm>
            <a:off x="730451" y="1367800"/>
            <a:ext cx="7706088" cy="384793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28" name="スライド番号プレースホルダー 27">
            <a:extLst>
              <a:ext uri="{FF2B5EF4-FFF2-40B4-BE49-F238E27FC236}">
                <a16:creationId xmlns:a16="http://schemas.microsoft.com/office/drawing/2014/main" id="{969C18AA-7DF5-DB8D-06AC-131CA578590C}"/>
              </a:ext>
            </a:extLst>
          </p:cNvPr>
          <p:cNvSpPr>
            <a:spLocks noGrp="1"/>
          </p:cNvSpPr>
          <p:nvPr>
            <p:ph type="sldNum" sz="quarter" idx="12"/>
          </p:nvPr>
        </p:nvSpPr>
        <p:spPr/>
        <p:txBody>
          <a:bodyPr>
            <a:noAutofit/>
          </a:bodyPr>
          <a:lstStyle/>
          <a:p>
            <a:fld id="{18020408-E1FF-429E-A8D5-EB2A190A0D77}" type="slidenum">
              <a:rPr kumimoji="1" lang="ja-JP" altLang="en-US" smtClean="0"/>
              <a:t>4</a:t>
            </a:fld>
            <a:endParaRPr kumimoji="1" lang="ja-JP" altLang="en-US"/>
          </a:p>
        </p:txBody>
      </p:sp>
      <p:sp>
        <p:nvSpPr>
          <p:cNvPr id="5" name="タイトル 4">
            <a:extLst>
              <a:ext uri="{FF2B5EF4-FFF2-40B4-BE49-F238E27FC236}">
                <a16:creationId xmlns:a16="http://schemas.microsoft.com/office/drawing/2014/main" id="{DAB51BEC-D50D-EAAC-04D5-7D9EAACC9502}"/>
              </a:ext>
            </a:extLst>
          </p:cNvPr>
          <p:cNvSpPr>
            <a:spLocks noGrp="1"/>
          </p:cNvSpPr>
          <p:nvPr>
            <p:ph type="title"/>
          </p:nvPr>
        </p:nvSpPr>
        <p:spPr/>
        <p:txBody>
          <a:bodyPr>
            <a:noAutofit/>
          </a:bodyPr>
          <a:lstStyle/>
          <a:p>
            <a:r>
              <a:rPr lang="ja-JP" altLang="en-US" sz="3600" b="1" dirty="0">
                <a:solidFill>
                  <a:schemeClr val="bg1"/>
                </a:solidFill>
                <a:latin typeface="+mn-ea"/>
                <a:ea typeface="+mn-ea"/>
              </a:rPr>
              <a:t>関連研究</a:t>
            </a:r>
          </a:p>
        </p:txBody>
      </p:sp>
      <p:sp>
        <p:nvSpPr>
          <p:cNvPr id="33" name="テキスト ボックス 32">
            <a:extLst>
              <a:ext uri="{FF2B5EF4-FFF2-40B4-BE49-F238E27FC236}">
                <a16:creationId xmlns:a16="http://schemas.microsoft.com/office/drawing/2014/main" id="{64C8E71A-AEF3-0A85-B679-E4FABDF3F2FD}"/>
              </a:ext>
            </a:extLst>
          </p:cNvPr>
          <p:cNvSpPr txBox="1"/>
          <p:nvPr/>
        </p:nvSpPr>
        <p:spPr>
          <a:xfrm>
            <a:off x="1136173" y="2029891"/>
            <a:ext cx="3956355" cy="1015663"/>
          </a:xfrm>
          <a:prstGeom prst="rect">
            <a:avLst/>
          </a:prstGeom>
          <a:noFill/>
        </p:spPr>
        <p:txBody>
          <a:bodyPr wrap="square">
            <a:noAutofit/>
          </a:bodyPr>
          <a:lstStyle/>
          <a:p>
            <a:r>
              <a:rPr lang="ja-JP" altLang="en-US" sz="2000" b="1" dirty="0"/>
              <a:t>ロボットのタスク失敗時に</a:t>
            </a:r>
            <a:endParaRPr lang="en-US" altLang="ja-JP" sz="2000" b="1" dirty="0"/>
          </a:p>
          <a:p>
            <a:r>
              <a:rPr lang="ja-JP" altLang="en-US" sz="2000" b="1" dirty="0"/>
              <a:t>謝罪や否認，約束</a:t>
            </a:r>
            <a:endParaRPr lang="en-US" altLang="ja-JP" sz="2000" b="1" dirty="0"/>
          </a:p>
          <a:p>
            <a:r>
              <a:rPr lang="en-US" altLang="ja-JP" sz="2000" b="1" dirty="0"/>
              <a:t>[</a:t>
            </a:r>
            <a:r>
              <a:rPr lang="en-US" altLang="ja-JP" sz="2000" b="1" dirty="0" err="1">
                <a:latin typeface="+mn-ea"/>
              </a:rPr>
              <a:t>Esterwood</a:t>
            </a:r>
            <a:r>
              <a:rPr lang="ja-JP" altLang="en-US" sz="2000" b="1" dirty="0">
                <a:latin typeface="+mn-ea"/>
              </a:rPr>
              <a:t>ら </a:t>
            </a:r>
            <a:r>
              <a:rPr lang="en-US" altLang="ja-JP" sz="2000" b="1" dirty="0">
                <a:latin typeface="+mn-ea"/>
              </a:rPr>
              <a:t>’23</a:t>
            </a:r>
            <a:r>
              <a:rPr lang="en-US" altLang="ja-JP" sz="2000" b="1" dirty="0"/>
              <a:t>]</a:t>
            </a:r>
            <a:endParaRPr lang="ja-JP" altLang="en-US" sz="2000" b="1" dirty="0"/>
          </a:p>
        </p:txBody>
      </p:sp>
      <p:pic>
        <p:nvPicPr>
          <p:cNvPr id="8" name="図 7">
            <a:extLst>
              <a:ext uri="{FF2B5EF4-FFF2-40B4-BE49-F238E27FC236}">
                <a16:creationId xmlns:a16="http://schemas.microsoft.com/office/drawing/2014/main" id="{AF361D6E-94A6-12F3-CACA-E8A17AD07D21}"/>
              </a:ext>
            </a:extLst>
          </p:cNvPr>
          <p:cNvPicPr>
            <a:picLocks noChangeAspect="1"/>
          </p:cNvPicPr>
          <p:nvPr/>
        </p:nvPicPr>
        <p:blipFill>
          <a:blip r:embed="rId3"/>
          <a:stretch>
            <a:fillRect/>
          </a:stretch>
        </p:blipFill>
        <p:spPr>
          <a:xfrm>
            <a:off x="5321694" y="2029891"/>
            <a:ext cx="2686133" cy="1455228"/>
          </a:xfrm>
          <a:prstGeom prst="rect">
            <a:avLst/>
          </a:prstGeom>
        </p:spPr>
      </p:pic>
      <p:sp>
        <p:nvSpPr>
          <p:cNvPr id="13" name="テキスト ボックス 12">
            <a:extLst>
              <a:ext uri="{FF2B5EF4-FFF2-40B4-BE49-F238E27FC236}">
                <a16:creationId xmlns:a16="http://schemas.microsoft.com/office/drawing/2014/main" id="{98FD8AC3-FF67-372D-F0E3-BB87B7E8DC12}"/>
              </a:ext>
            </a:extLst>
          </p:cNvPr>
          <p:cNvSpPr txBox="1"/>
          <p:nvPr/>
        </p:nvSpPr>
        <p:spPr>
          <a:xfrm>
            <a:off x="1136173" y="3495970"/>
            <a:ext cx="5129539" cy="1015663"/>
          </a:xfrm>
          <a:prstGeom prst="rect">
            <a:avLst/>
          </a:prstGeom>
          <a:noFill/>
        </p:spPr>
        <p:txBody>
          <a:bodyPr wrap="square">
            <a:noAutofit/>
          </a:bodyPr>
          <a:lstStyle/>
          <a:p>
            <a:r>
              <a:rPr lang="ja-JP" altLang="en-US" sz="2000" b="1" dirty="0"/>
              <a:t>回答の確信度スコア，</a:t>
            </a:r>
            <a:endParaRPr lang="en-US" altLang="ja-JP" sz="2000" b="1" dirty="0"/>
          </a:p>
          <a:p>
            <a:r>
              <a:rPr lang="ja-JP" altLang="en-US" sz="2000" b="1" dirty="0"/>
              <a:t>事前にエラーの可能性提示</a:t>
            </a:r>
            <a:endParaRPr lang="en-US" altLang="ja-JP" sz="2000" b="1" dirty="0"/>
          </a:p>
          <a:p>
            <a:r>
              <a:rPr lang="ja-JP" altLang="en-US" sz="2000" b="1" dirty="0"/>
              <a:t>修正可能な一時的なミスとして説明</a:t>
            </a:r>
            <a:r>
              <a:rPr lang="en-US" altLang="ja-JP" sz="2000" b="1" dirty="0"/>
              <a:t>[</a:t>
            </a:r>
            <a:r>
              <a:rPr lang="en-US" altLang="ja-JP" sz="2000" b="1" dirty="0">
                <a:latin typeface="+mn-ea"/>
              </a:rPr>
              <a:t>Martell</a:t>
            </a:r>
            <a:r>
              <a:rPr lang="ja-JP" altLang="en-US" sz="2000" b="1" dirty="0">
                <a:latin typeface="+mn-ea"/>
              </a:rPr>
              <a:t>ら </a:t>
            </a:r>
            <a:r>
              <a:rPr lang="en-US" altLang="ja-JP" sz="2000" b="1" dirty="0">
                <a:latin typeface="+mn-ea"/>
              </a:rPr>
              <a:t>’25</a:t>
            </a:r>
            <a:r>
              <a:rPr lang="en-US" altLang="ja-JP" sz="2000" b="1" dirty="0"/>
              <a:t>]</a:t>
            </a:r>
            <a:endParaRPr lang="ja-JP" altLang="en-US" sz="2000" b="1" dirty="0"/>
          </a:p>
        </p:txBody>
      </p:sp>
      <p:sp>
        <p:nvSpPr>
          <p:cNvPr id="17" name="テキスト ボックス 16">
            <a:extLst>
              <a:ext uri="{FF2B5EF4-FFF2-40B4-BE49-F238E27FC236}">
                <a16:creationId xmlns:a16="http://schemas.microsoft.com/office/drawing/2014/main" id="{B6B6B215-4C83-67AC-0038-3AA34A511FA9}"/>
              </a:ext>
            </a:extLst>
          </p:cNvPr>
          <p:cNvSpPr txBox="1"/>
          <p:nvPr/>
        </p:nvSpPr>
        <p:spPr>
          <a:xfrm>
            <a:off x="1866777" y="5580300"/>
            <a:ext cx="6002058" cy="826740"/>
          </a:xfrm>
          <a:prstGeom prst="rect">
            <a:avLst/>
          </a:prstGeom>
          <a:noFill/>
        </p:spPr>
        <p:txBody>
          <a:bodyPr wrap="square">
            <a:noAutofit/>
          </a:bodyPr>
          <a:lstStyle/>
          <a:p>
            <a:r>
              <a:rPr lang="ja-JP" altLang="en-US" sz="2800" b="1" dirty="0"/>
              <a:t>一度不信感を抱かれた対象に対する</a:t>
            </a:r>
            <a:r>
              <a:rPr lang="ja-JP" altLang="en-US" sz="2800" b="1" dirty="0">
                <a:solidFill>
                  <a:srgbClr val="FF0000"/>
                </a:solidFill>
              </a:rPr>
              <a:t>ネガティブな印象は払拭が困難</a:t>
            </a:r>
          </a:p>
        </p:txBody>
      </p:sp>
      <p:sp>
        <p:nvSpPr>
          <p:cNvPr id="27" name="テキスト ボックス 26">
            <a:extLst>
              <a:ext uri="{FF2B5EF4-FFF2-40B4-BE49-F238E27FC236}">
                <a16:creationId xmlns:a16="http://schemas.microsoft.com/office/drawing/2014/main" id="{303261F7-B14D-6566-8EF7-36AC2563847E}"/>
              </a:ext>
            </a:extLst>
          </p:cNvPr>
          <p:cNvSpPr txBox="1"/>
          <p:nvPr/>
        </p:nvSpPr>
        <p:spPr>
          <a:xfrm>
            <a:off x="2556537" y="1167745"/>
            <a:ext cx="3766663" cy="400110"/>
          </a:xfrm>
          <a:prstGeom prst="rect">
            <a:avLst/>
          </a:prstGeom>
          <a:solidFill>
            <a:schemeClr val="bg1"/>
          </a:solidFill>
        </p:spPr>
        <p:txBody>
          <a:bodyPr wrap="square">
            <a:noAutofit/>
          </a:bodyPr>
          <a:lstStyle/>
          <a:p>
            <a:r>
              <a:rPr lang="ja-JP" altLang="en-US" sz="2000" b="1" dirty="0">
                <a:solidFill>
                  <a:schemeClr val="accent1"/>
                </a:solidFill>
              </a:rPr>
              <a:t>タスク失敗からの信頼回復戦略</a:t>
            </a:r>
          </a:p>
        </p:txBody>
      </p:sp>
      <p:sp>
        <p:nvSpPr>
          <p:cNvPr id="29" name="矢印: 右 28">
            <a:extLst>
              <a:ext uri="{FF2B5EF4-FFF2-40B4-BE49-F238E27FC236}">
                <a16:creationId xmlns:a16="http://schemas.microsoft.com/office/drawing/2014/main" id="{4E02A548-37E3-724D-361E-43B3925B4A05}"/>
              </a:ext>
            </a:extLst>
          </p:cNvPr>
          <p:cNvSpPr/>
          <p:nvPr/>
        </p:nvSpPr>
        <p:spPr>
          <a:xfrm>
            <a:off x="1002390" y="5580300"/>
            <a:ext cx="759390" cy="829267"/>
          </a:xfrm>
          <a:prstGeom prst="rightArrow">
            <a:avLst>
              <a:gd name="adj1" fmla="val 50000"/>
              <a:gd name="adj2" fmla="val 61614"/>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7CB6AC9-5FEA-0370-AD55-3B42B818FAFE}"/>
              </a:ext>
            </a:extLst>
          </p:cNvPr>
          <p:cNvSpPr txBox="1"/>
          <p:nvPr/>
        </p:nvSpPr>
        <p:spPr>
          <a:xfrm>
            <a:off x="5773290" y="3543167"/>
            <a:ext cx="1782939" cy="307777"/>
          </a:xfrm>
          <a:prstGeom prst="rect">
            <a:avLst/>
          </a:prstGeom>
          <a:noFill/>
        </p:spPr>
        <p:txBody>
          <a:bodyPr wrap="square">
            <a:spAutoFit/>
          </a:bodyPr>
          <a:lstStyle/>
          <a:p>
            <a:r>
              <a:rPr lang="en-US" altLang="ja-JP" sz="1400" b="1" dirty="0"/>
              <a:t>[</a:t>
            </a:r>
            <a:r>
              <a:rPr lang="en-US" altLang="ja-JP" sz="1400" b="1" dirty="0" err="1">
                <a:latin typeface="+mn-ea"/>
              </a:rPr>
              <a:t>Esterwood</a:t>
            </a:r>
            <a:r>
              <a:rPr lang="ja-JP" altLang="en-US" sz="1400" b="1" dirty="0">
                <a:latin typeface="+mn-ea"/>
              </a:rPr>
              <a:t>ら </a:t>
            </a:r>
            <a:r>
              <a:rPr lang="en-US" altLang="ja-JP" sz="1400" b="1" dirty="0">
                <a:latin typeface="+mn-ea"/>
              </a:rPr>
              <a:t>’23</a:t>
            </a:r>
            <a:r>
              <a:rPr lang="en-US" altLang="ja-JP" sz="1400" b="1" dirty="0"/>
              <a:t>]</a:t>
            </a:r>
            <a:endParaRPr lang="ja-JP" altLang="en-US" sz="1400" b="1" dirty="0"/>
          </a:p>
        </p:txBody>
      </p:sp>
    </p:spTree>
    <p:extLst>
      <p:ext uri="{BB962C8B-B14F-4D97-AF65-F5344CB8AC3E}">
        <p14:creationId xmlns:p14="http://schemas.microsoft.com/office/powerpoint/2010/main" val="185830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87C5C-D3A4-7562-DA7D-D42A861EE120}"/>
            </a:ext>
          </a:extLst>
        </p:cNvPr>
        <p:cNvGrpSpPr/>
        <p:nvPr/>
      </p:nvGrpSpPr>
      <p:grpSpPr>
        <a:xfrm>
          <a:off x="0" y="0"/>
          <a:ext cx="0" cy="0"/>
          <a:chOff x="0" y="0"/>
          <a:chExt cx="0" cy="0"/>
        </a:xfrm>
      </p:grpSpPr>
      <p:sp>
        <p:nvSpPr>
          <p:cNvPr id="31" name="スライド番号プレースホルダー 30">
            <a:extLst>
              <a:ext uri="{FF2B5EF4-FFF2-40B4-BE49-F238E27FC236}">
                <a16:creationId xmlns:a16="http://schemas.microsoft.com/office/drawing/2014/main" id="{CE55CB7C-3CDC-61C2-AA48-880C064187CF}"/>
              </a:ext>
            </a:extLst>
          </p:cNvPr>
          <p:cNvSpPr>
            <a:spLocks noGrp="1"/>
          </p:cNvSpPr>
          <p:nvPr>
            <p:ph type="sldNum" sz="quarter" idx="12"/>
          </p:nvPr>
        </p:nvSpPr>
        <p:spPr/>
        <p:txBody>
          <a:bodyPr>
            <a:noAutofit/>
          </a:bodyPr>
          <a:lstStyle/>
          <a:p>
            <a:fld id="{18020408-E1FF-429E-A8D5-EB2A190A0D77}" type="slidenum">
              <a:rPr kumimoji="1" lang="ja-JP" altLang="en-US" smtClean="0"/>
              <a:t>5</a:t>
            </a:fld>
            <a:endParaRPr kumimoji="1" lang="ja-JP" altLang="en-US"/>
          </a:p>
        </p:txBody>
      </p:sp>
      <p:sp>
        <p:nvSpPr>
          <p:cNvPr id="5" name="タイトル 4">
            <a:extLst>
              <a:ext uri="{FF2B5EF4-FFF2-40B4-BE49-F238E27FC236}">
                <a16:creationId xmlns:a16="http://schemas.microsoft.com/office/drawing/2014/main" id="{4724C740-1A39-4DD8-953B-78252E956544}"/>
              </a:ext>
            </a:extLst>
          </p:cNvPr>
          <p:cNvSpPr>
            <a:spLocks noGrp="1"/>
          </p:cNvSpPr>
          <p:nvPr>
            <p:ph type="title"/>
          </p:nvPr>
        </p:nvSpPr>
        <p:spPr/>
        <p:txBody>
          <a:bodyPr>
            <a:noAutofit/>
          </a:bodyPr>
          <a:lstStyle/>
          <a:p>
            <a:r>
              <a:rPr lang="ja-JP" altLang="en-US" sz="3600" b="1" dirty="0">
                <a:solidFill>
                  <a:schemeClr val="bg1"/>
                </a:solidFill>
                <a:latin typeface="+mn-ea"/>
                <a:ea typeface="+mn-ea"/>
              </a:rPr>
              <a:t>目的</a:t>
            </a:r>
          </a:p>
        </p:txBody>
      </p:sp>
      <p:sp>
        <p:nvSpPr>
          <p:cNvPr id="8" name="テキスト ボックス 7">
            <a:extLst>
              <a:ext uri="{FF2B5EF4-FFF2-40B4-BE49-F238E27FC236}">
                <a16:creationId xmlns:a16="http://schemas.microsoft.com/office/drawing/2014/main" id="{58B89568-8AD2-2D9C-71ED-D8C781CD5AB0}"/>
              </a:ext>
            </a:extLst>
          </p:cNvPr>
          <p:cNvSpPr txBox="1"/>
          <p:nvPr/>
        </p:nvSpPr>
        <p:spPr>
          <a:xfrm>
            <a:off x="313264" y="2533895"/>
            <a:ext cx="4931476" cy="461665"/>
          </a:xfrm>
          <a:prstGeom prst="rect">
            <a:avLst/>
          </a:prstGeom>
          <a:noFill/>
        </p:spPr>
        <p:txBody>
          <a:bodyPr wrap="square">
            <a:noAutofit/>
          </a:bodyPr>
          <a:lstStyle/>
          <a:p>
            <a:r>
              <a:rPr lang="ja-JP" altLang="en-US" sz="2400" b="1" dirty="0">
                <a:latin typeface="+mn-ea"/>
              </a:rPr>
              <a:t>アプローチ</a:t>
            </a:r>
            <a:endParaRPr lang="en-US" altLang="ja-JP" sz="2400" b="1" dirty="0">
              <a:latin typeface="+mn-ea"/>
            </a:endParaRPr>
          </a:p>
        </p:txBody>
      </p:sp>
      <p:sp>
        <p:nvSpPr>
          <p:cNvPr id="20" name="テキスト ボックス 19">
            <a:extLst>
              <a:ext uri="{FF2B5EF4-FFF2-40B4-BE49-F238E27FC236}">
                <a16:creationId xmlns:a16="http://schemas.microsoft.com/office/drawing/2014/main" id="{3CE05ABB-458C-603B-FFCD-0133A1C960A2}"/>
              </a:ext>
            </a:extLst>
          </p:cNvPr>
          <p:cNvSpPr txBox="1"/>
          <p:nvPr/>
        </p:nvSpPr>
        <p:spPr>
          <a:xfrm>
            <a:off x="313264" y="2914873"/>
            <a:ext cx="8641430" cy="1897394"/>
          </a:xfrm>
          <a:prstGeom prst="rect">
            <a:avLst/>
          </a:prstGeom>
          <a:noFill/>
        </p:spPr>
        <p:txBody>
          <a:bodyPr wrap="square">
            <a:noAutofit/>
          </a:bodyPr>
          <a:lstStyle/>
          <a:p>
            <a:pPr marL="371475" indent="-188913">
              <a:lnSpc>
                <a:spcPct val="150000"/>
              </a:lnSpc>
              <a:buFont typeface="Arial" panose="020B0604020202020204" pitchFamily="34" charset="0"/>
              <a:buChar char="•"/>
            </a:pPr>
            <a:r>
              <a:rPr lang="en-US" altLang="ja-JP" b="1" dirty="0">
                <a:latin typeface="+mn-ea"/>
              </a:rPr>
              <a:t>LLM</a:t>
            </a:r>
            <a:r>
              <a:rPr lang="ja-JP" altLang="en-US" b="1" dirty="0">
                <a:latin typeface="+mn-ea"/>
              </a:rPr>
              <a:t>の人格切替システムを開発</a:t>
            </a:r>
            <a:endParaRPr lang="en-US" altLang="ja-JP" b="1" dirty="0">
              <a:latin typeface="+mn-ea"/>
            </a:endParaRPr>
          </a:p>
          <a:p>
            <a:pPr marL="623888" indent="-174625">
              <a:lnSpc>
                <a:spcPct val="150000"/>
              </a:lnSpc>
              <a:buFont typeface="Arial" panose="020B0604020202020204" pitchFamily="34" charset="0"/>
              <a:buChar char="•"/>
            </a:pPr>
            <a:r>
              <a:rPr lang="ja-JP" altLang="en-US" b="1" dirty="0">
                <a:latin typeface="+mn-ea"/>
                <a:sym typeface="Wingdings" panose="05000000000000000000" pitchFamily="2" charset="2"/>
              </a:rPr>
              <a:t>人格設定がエージェントへの印象に影響を与える</a:t>
            </a:r>
            <a:r>
              <a:rPr lang="en-US" altLang="ja-JP" sz="1400" b="1" dirty="0"/>
              <a:t>[</a:t>
            </a:r>
            <a:r>
              <a:rPr lang="en-US" altLang="ja-JP" sz="1400" b="1" dirty="0" err="1">
                <a:latin typeface="+mn-ea"/>
              </a:rPr>
              <a:t>Kroczek</a:t>
            </a:r>
            <a:r>
              <a:rPr lang="ja-JP" altLang="en-US" sz="1400" b="1" dirty="0">
                <a:latin typeface="+mn-ea"/>
              </a:rPr>
              <a:t>ら </a:t>
            </a:r>
            <a:r>
              <a:rPr lang="en-US" altLang="ja-JP" sz="1400" b="1" dirty="0">
                <a:latin typeface="+mn-ea"/>
              </a:rPr>
              <a:t>’25</a:t>
            </a:r>
            <a:r>
              <a:rPr lang="en-US" altLang="ja-JP" sz="1400" b="1" dirty="0"/>
              <a:t>] [</a:t>
            </a:r>
            <a:r>
              <a:rPr lang="en-US" altLang="ja-JP" sz="1400" b="1" dirty="0">
                <a:latin typeface="+mn-ea"/>
              </a:rPr>
              <a:t>Schreiber</a:t>
            </a:r>
            <a:r>
              <a:rPr lang="ja-JP" altLang="en-US" sz="1400" b="1" dirty="0">
                <a:latin typeface="+mn-ea"/>
              </a:rPr>
              <a:t>ら </a:t>
            </a:r>
            <a:r>
              <a:rPr lang="en-US" altLang="ja-JP" sz="1400" b="1" dirty="0">
                <a:latin typeface="+mn-ea"/>
              </a:rPr>
              <a:t>’24</a:t>
            </a:r>
            <a:r>
              <a:rPr lang="en-US" altLang="ja-JP" sz="1400" b="1" dirty="0"/>
              <a:t>]</a:t>
            </a:r>
          </a:p>
          <a:p>
            <a:pPr marL="623888" indent="-174625">
              <a:lnSpc>
                <a:spcPct val="150000"/>
              </a:lnSpc>
              <a:buFont typeface="Arial" panose="020B0604020202020204" pitchFamily="34" charset="0"/>
              <a:buChar char="•"/>
            </a:pPr>
            <a:r>
              <a:rPr lang="ja-JP" altLang="en-US" b="1" dirty="0">
                <a:latin typeface="+mn-ea"/>
                <a:sym typeface="Wingdings" panose="05000000000000000000" pitchFamily="2" charset="2"/>
              </a:rPr>
              <a:t>人格には</a:t>
            </a:r>
            <a:r>
              <a:rPr lang="en-US" altLang="ja-JP" b="1" dirty="0">
                <a:latin typeface="+mn-ea"/>
                <a:sym typeface="Wingdings" panose="05000000000000000000" pitchFamily="2" charset="2"/>
              </a:rPr>
              <a:t>MBTI</a:t>
            </a:r>
            <a:r>
              <a:rPr lang="ja-JP" altLang="en-US" b="1" dirty="0">
                <a:latin typeface="+mn-ea"/>
                <a:sym typeface="Wingdings" panose="05000000000000000000" pitchFamily="2" charset="2"/>
              </a:rPr>
              <a:t>を採用</a:t>
            </a:r>
            <a:endParaRPr lang="en-US" altLang="ja-JP" b="1" dirty="0">
              <a:latin typeface="+mn-ea"/>
              <a:sym typeface="Wingdings" panose="05000000000000000000" pitchFamily="2" charset="2"/>
            </a:endParaRPr>
          </a:p>
          <a:p>
            <a:pPr marL="371475" indent="-188913">
              <a:lnSpc>
                <a:spcPct val="150000"/>
              </a:lnSpc>
              <a:buFont typeface="Arial" panose="020B0604020202020204" pitchFamily="34" charset="0"/>
              <a:buChar char="•"/>
            </a:pPr>
            <a:r>
              <a:rPr lang="ja-JP" altLang="en-US" b="1" dirty="0">
                <a:solidFill>
                  <a:srgbClr val="000000"/>
                </a:solidFill>
                <a:latin typeface="+mn-ea"/>
              </a:rPr>
              <a:t>対話に行き詰まりセッションリセットする場面を対象</a:t>
            </a:r>
            <a:endParaRPr lang="en-US" altLang="ja-JP" b="1" dirty="0">
              <a:solidFill>
                <a:srgbClr val="000000"/>
              </a:solidFill>
              <a:latin typeface="+mn-ea"/>
            </a:endParaRPr>
          </a:p>
          <a:p>
            <a:pPr marL="373062" indent="-285750">
              <a:lnSpc>
                <a:spcPct val="150000"/>
              </a:lnSpc>
              <a:buFont typeface="Arial" panose="020B0604020202020204" pitchFamily="34" charset="0"/>
              <a:buChar char="•"/>
            </a:pPr>
            <a:endParaRPr lang="en-US" altLang="ja-JP" sz="1400" b="1" dirty="0"/>
          </a:p>
        </p:txBody>
      </p:sp>
      <p:sp>
        <p:nvSpPr>
          <p:cNvPr id="34" name="テキスト ボックス 33">
            <a:extLst>
              <a:ext uri="{FF2B5EF4-FFF2-40B4-BE49-F238E27FC236}">
                <a16:creationId xmlns:a16="http://schemas.microsoft.com/office/drawing/2014/main" id="{B8432C60-D497-1D71-C1B9-EE7398935589}"/>
              </a:ext>
            </a:extLst>
          </p:cNvPr>
          <p:cNvSpPr txBox="1"/>
          <p:nvPr/>
        </p:nvSpPr>
        <p:spPr>
          <a:xfrm>
            <a:off x="313264" y="1387771"/>
            <a:ext cx="6371538" cy="895851"/>
          </a:xfrm>
          <a:prstGeom prst="rect">
            <a:avLst/>
          </a:prstGeom>
          <a:noFill/>
        </p:spPr>
        <p:txBody>
          <a:bodyPr wrap="square" rtlCol="0">
            <a:noAutofit/>
          </a:bodyPr>
          <a:lstStyle/>
          <a:p>
            <a:r>
              <a:rPr lang="ja-JP" altLang="en-US" sz="2800" b="1" dirty="0">
                <a:latin typeface="+mn-ea"/>
              </a:rPr>
              <a:t>不信感を抱いた対象の切り替えによる</a:t>
            </a:r>
            <a:endParaRPr lang="en-US" altLang="ja-JP" sz="2800" b="1" dirty="0">
              <a:latin typeface="+mn-ea"/>
            </a:endParaRPr>
          </a:p>
          <a:p>
            <a:r>
              <a:rPr lang="en-US" altLang="ja-JP" sz="2800" b="1" dirty="0">
                <a:latin typeface="+mn-ea"/>
              </a:rPr>
              <a:t>LLM</a:t>
            </a:r>
            <a:r>
              <a:rPr lang="ja-JP" altLang="en-US" sz="2800" b="1" dirty="0">
                <a:latin typeface="+mn-ea"/>
              </a:rPr>
              <a:t>への</a:t>
            </a:r>
            <a:r>
              <a:rPr kumimoji="1" lang="ja-JP" altLang="en-US" sz="2800" b="1" dirty="0">
                <a:latin typeface="+mn-ea"/>
              </a:rPr>
              <a:t>ネガティブな印象のリセット</a:t>
            </a:r>
          </a:p>
        </p:txBody>
      </p:sp>
      <p:pic>
        <p:nvPicPr>
          <p:cNvPr id="3" name="グラフィックス 2">
            <a:extLst>
              <a:ext uri="{FF2B5EF4-FFF2-40B4-BE49-F238E27FC236}">
                <a16:creationId xmlns:a16="http://schemas.microsoft.com/office/drawing/2014/main" id="{BDABD144-D05C-15B6-507D-3915246992D7}"/>
              </a:ext>
            </a:extLst>
          </p:cNvPr>
          <p:cNvPicPr>
            <a:picLocks noChangeAspect="1"/>
          </p:cNvPicPr>
          <p:nvPr/>
        </p:nvPicPr>
        <p:blipFill>
          <a:blip r:embed="rId3">
            <a:extLst>
              <a:ext uri="{96DAC541-7B7A-43D3-8B79-37D633B846F1}">
                <asvg:svgBlip xmlns:asvg="http://schemas.microsoft.com/office/drawing/2016/SVG/main" r:embed="rId4"/>
              </a:ext>
            </a:extLst>
          </a:blip>
          <a:srcRect l="5496" t="16963" r="5083" b="21407"/>
          <a:stretch>
            <a:fillRect/>
          </a:stretch>
        </p:blipFill>
        <p:spPr>
          <a:xfrm>
            <a:off x="1888710" y="4655774"/>
            <a:ext cx="5366580" cy="2080524"/>
          </a:xfrm>
          <a:prstGeom prst="rect">
            <a:avLst/>
          </a:prstGeom>
        </p:spPr>
      </p:pic>
    </p:spTree>
    <p:extLst>
      <p:ext uri="{BB962C8B-B14F-4D97-AF65-F5344CB8AC3E}">
        <p14:creationId xmlns:p14="http://schemas.microsoft.com/office/powerpoint/2010/main" val="288633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3DD0-1C4D-596D-B156-2B1A632EBE4F}"/>
            </a:ext>
          </a:extLst>
        </p:cNvPr>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A22BCF02-07EE-4D44-7CC8-47A6838608D5}"/>
              </a:ext>
            </a:extLst>
          </p:cNvPr>
          <p:cNvSpPr/>
          <p:nvPr/>
        </p:nvSpPr>
        <p:spPr>
          <a:xfrm>
            <a:off x="5470028" y="3480266"/>
            <a:ext cx="2948026" cy="279440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四角形: 角を丸くする 17">
            <a:extLst>
              <a:ext uri="{FF2B5EF4-FFF2-40B4-BE49-F238E27FC236}">
                <a16:creationId xmlns:a16="http://schemas.microsoft.com/office/drawing/2014/main" id="{4A455F63-11CB-5A98-E6B9-4F59E5F84958}"/>
              </a:ext>
            </a:extLst>
          </p:cNvPr>
          <p:cNvSpPr/>
          <p:nvPr/>
        </p:nvSpPr>
        <p:spPr>
          <a:xfrm>
            <a:off x="541178" y="3480267"/>
            <a:ext cx="2948026" cy="279440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スライド番号プレースホルダー 11">
            <a:extLst>
              <a:ext uri="{FF2B5EF4-FFF2-40B4-BE49-F238E27FC236}">
                <a16:creationId xmlns:a16="http://schemas.microsoft.com/office/drawing/2014/main" id="{BA1364F7-BD5A-C8F4-55F7-F77B4CBEA82C}"/>
              </a:ext>
            </a:extLst>
          </p:cNvPr>
          <p:cNvSpPr>
            <a:spLocks noGrp="1"/>
          </p:cNvSpPr>
          <p:nvPr>
            <p:ph type="sldNum" sz="quarter" idx="12"/>
          </p:nvPr>
        </p:nvSpPr>
        <p:spPr/>
        <p:txBody>
          <a:bodyPr>
            <a:noAutofit/>
          </a:bodyPr>
          <a:lstStyle/>
          <a:p>
            <a:fld id="{18020408-E1FF-429E-A8D5-EB2A190A0D77}" type="slidenum">
              <a:rPr kumimoji="1" lang="ja-JP" altLang="en-US" smtClean="0"/>
              <a:t>6</a:t>
            </a:fld>
            <a:endParaRPr kumimoji="1" lang="ja-JP" altLang="en-US"/>
          </a:p>
        </p:txBody>
      </p:sp>
      <p:sp>
        <p:nvSpPr>
          <p:cNvPr id="5" name="タイトル 4">
            <a:extLst>
              <a:ext uri="{FF2B5EF4-FFF2-40B4-BE49-F238E27FC236}">
                <a16:creationId xmlns:a16="http://schemas.microsoft.com/office/drawing/2014/main" id="{2DCFA1C0-1DE6-4C2E-F6BF-E0AA190BFCA9}"/>
              </a:ext>
            </a:extLst>
          </p:cNvPr>
          <p:cNvSpPr>
            <a:spLocks noGrp="1"/>
          </p:cNvSpPr>
          <p:nvPr>
            <p:ph type="title"/>
          </p:nvPr>
        </p:nvSpPr>
        <p:spPr/>
        <p:txBody>
          <a:bodyPr>
            <a:noAutofit/>
          </a:bodyPr>
          <a:lstStyle/>
          <a:p>
            <a:r>
              <a:rPr lang="ja-JP" altLang="en-US" sz="3600" b="1" dirty="0">
                <a:solidFill>
                  <a:schemeClr val="bg1"/>
                </a:solidFill>
                <a:latin typeface="+mn-ea"/>
                <a:ea typeface="+mn-ea"/>
              </a:rPr>
              <a:t>人格切替システム</a:t>
            </a:r>
          </a:p>
        </p:txBody>
      </p:sp>
      <p:sp>
        <p:nvSpPr>
          <p:cNvPr id="8" name="テキスト ボックス 7">
            <a:extLst>
              <a:ext uri="{FF2B5EF4-FFF2-40B4-BE49-F238E27FC236}">
                <a16:creationId xmlns:a16="http://schemas.microsoft.com/office/drawing/2014/main" id="{28F46A0A-406A-1E0F-0F32-E6AEB277E36B}"/>
              </a:ext>
            </a:extLst>
          </p:cNvPr>
          <p:cNvSpPr txBox="1"/>
          <p:nvPr/>
        </p:nvSpPr>
        <p:spPr>
          <a:xfrm>
            <a:off x="541178" y="1547266"/>
            <a:ext cx="8061643" cy="1676078"/>
          </a:xfrm>
          <a:prstGeom prst="rect">
            <a:avLst/>
          </a:prstGeom>
          <a:noFill/>
        </p:spPr>
        <p:txBody>
          <a:bodyPr wrap="square">
            <a:noAutofit/>
          </a:bodyPr>
          <a:lstStyle/>
          <a:p>
            <a:r>
              <a:rPr lang="en-US" altLang="ja-JP" sz="2400" b="1" dirty="0">
                <a:latin typeface="+mn-ea"/>
              </a:rPr>
              <a:t>LLM</a:t>
            </a:r>
            <a:r>
              <a:rPr lang="ja-JP" altLang="en-US" sz="2400" b="1" dirty="0">
                <a:latin typeface="+mn-ea"/>
              </a:rPr>
              <a:t>に異なる複数の人格を付与</a:t>
            </a:r>
            <a:br>
              <a:rPr lang="en-US" altLang="ja-JP" sz="2400" b="1" dirty="0">
                <a:latin typeface="+mn-ea"/>
              </a:rPr>
            </a:br>
            <a:r>
              <a:rPr lang="ja-JP" altLang="en-US" sz="2400" b="1" dirty="0">
                <a:latin typeface="+mn-ea"/>
              </a:rPr>
              <a:t>セッションリセット時に人格を切り替え</a:t>
            </a:r>
            <a:endParaRPr lang="en-US" altLang="ja-JP" sz="2400" b="1" dirty="0">
              <a:latin typeface="+mn-ea"/>
            </a:endParaRPr>
          </a:p>
          <a:p>
            <a:r>
              <a:rPr lang="ja-JP" altLang="en-US" sz="2400" b="1" dirty="0">
                <a:latin typeface="+mn-ea"/>
              </a:rPr>
              <a:t>利用する人格には</a:t>
            </a:r>
            <a:r>
              <a:rPr lang="en-US" altLang="ja-JP" sz="2400" b="1" dirty="0">
                <a:solidFill>
                  <a:srgbClr val="FF0000"/>
                </a:solidFill>
                <a:latin typeface="+mn-ea"/>
              </a:rPr>
              <a:t>MBTI</a:t>
            </a:r>
            <a:r>
              <a:rPr lang="ja-JP" altLang="en-US" sz="2400" b="1" dirty="0">
                <a:latin typeface="+mn-ea"/>
              </a:rPr>
              <a:t>を採用</a:t>
            </a:r>
            <a:endParaRPr lang="en-US" altLang="ja-JP" sz="2400" b="1" dirty="0">
              <a:latin typeface="+mn-ea"/>
            </a:endParaRPr>
          </a:p>
        </p:txBody>
      </p:sp>
      <p:sp>
        <p:nvSpPr>
          <p:cNvPr id="4" name="矢印: 右 3">
            <a:extLst>
              <a:ext uri="{FF2B5EF4-FFF2-40B4-BE49-F238E27FC236}">
                <a16:creationId xmlns:a16="http://schemas.microsoft.com/office/drawing/2014/main" id="{F14645EB-5EA9-0AD2-4490-6748191776D7}"/>
              </a:ext>
            </a:extLst>
          </p:cNvPr>
          <p:cNvSpPr/>
          <p:nvPr/>
        </p:nvSpPr>
        <p:spPr>
          <a:xfrm>
            <a:off x="3679304" y="4152049"/>
            <a:ext cx="1704441" cy="1323950"/>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b="1" dirty="0"/>
              <a:t>人格切替</a:t>
            </a:r>
          </a:p>
        </p:txBody>
      </p:sp>
      <p:grpSp>
        <p:nvGrpSpPr>
          <p:cNvPr id="9" name="グループ化 8">
            <a:extLst>
              <a:ext uri="{FF2B5EF4-FFF2-40B4-BE49-F238E27FC236}">
                <a16:creationId xmlns:a16="http://schemas.microsoft.com/office/drawing/2014/main" id="{8F51FA85-E51F-88B8-D3BA-8D4762D74959}"/>
              </a:ext>
            </a:extLst>
          </p:cNvPr>
          <p:cNvGrpSpPr/>
          <p:nvPr/>
        </p:nvGrpSpPr>
        <p:grpSpPr>
          <a:xfrm>
            <a:off x="6059590" y="4152049"/>
            <a:ext cx="1768897" cy="1929517"/>
            <a:chOff x="3847657" y="2507771"/>
            <a:chExt cx="1768897" cy="1929517"/>
          </a:xfrm>
        </p:grpSpPr>
        <p:pic>
          <p:nvPicPr>
            <p:cNvPr id="3" name="図 2">
              <a:extLst>
                <a:ext uri="{FF2B5EF4-FFF2-40B4-BE49-F238E27FC236}">
                  <a16:creationId xmlns:a16="http://schemas.microsoft.com/office/drawing/2014/main" id="{FCEE7FDE-1E2D-1816-7507-083DF3F82E2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847657" y="2507771"/>
              <a:ext cx="1768897" cy="1575657"/>
            </a:xfrm>
            <a:prstGeom prst="rect">
              <a:avLst/>
            </a:prstGeom>
          </p:spPr>
        </p:pic>
        <p:sp>
          <p:nvSpPr>
            <p:cNvPr id="6" name="テキスト ボックス 5">
              <a:extLst>
                <a:ext uri="{FF2B5EF4-FFF2-40B4-BE49-F238E27FC236}">
                  <a16:creationId xmlns:a16="http://schemas.microsoft.com/office/drawing/2014/main" id="{8821E945-3B9A-4ACA-BFA7-03A12940458C}"/>
                </a:ext>
              </a:extLst>
            </p:cNvPr>
            <p:cNvSpPr txBox="1"/>
            <p:nvPr/>
          </p:nvSpPr>
          <p:spPr>
            <a:xfrm>
              <a:off x="4245426" y="4012148"/>
              <a:ext cx="833348" cy="425140"/>
            </a:xfrm>
            <a:prstGeom prst="rect">
              <a:avLst/>
            </a:prstGeom>
            <a:noFill/>
          </p:spPr>
          <p:txBody>
            <a:bodyPr wrap="square">
              <a:noAutofit/>
            </a:bodyPr>
            <a:lstStyle/>
            <a:p>
              <a:r>
                <a:rPr lang="en-US" altLang="ja-JP" b="1" dirty="0">
                  <a:solidFill>
                    <a:srgbClr val="000000"/>
                  </a:solidFill>
                  <a:latin typeface="+mn-ea"/>
                </a:rPr>
                <a:t>ENFP</a:t>
              </a:r>
              <a:endParaRPr lang="ja-JP" altLang="en-US" dirty="0">
                <a:latin typeface="+mn-ea"/>
              </a:endParaRPr>
            </a:p>
          </p:txBody>
        </p:sp>
      </p:grpSp>
      <p:grpSp>
        <p:nvGrpSpPr>
          <p:cNvPr id="10" name="グループ化 9">
            <a:extLst>
              <a:ext uri="{FF2B5EF4-FFF2-40B4-BE49-F238E27FC236}">
                <a16:creationId xmlns:a16="http://schemas.microsoft.com/office/drawing/2014/main" id="{CAD783E8-7302-6FB6-3698-FA86AD2768E6}"/>
              </a:ext>
            </a:extLst>
          </p:cNvPr>
          <p:cNvGrpSpPr/>
          <p:nvPr/>
        </p:nvGrpSpPr>
        <p:grpSpPr>
          <a:xfrm>
            <a:off x="1181461" y="4163085"/>
            <a:ext cx="1889037" cy="1907444"/>
            <a:chOff x="6142081" y="4152049"/>
            <a:chExt cx="1889037" cy="1907444"/>
          </a:xfrm>
        </p:grpSpPr>
        <p:pic>
          <p:nvPicPr>
            <p:cNvPr id="2" name="図 1">
              <a:extLst>
                <a:ext uri="{FF2B5EF4-FFF2-40B4-BE49-F238E27FC236}">
                  <a16:creationId xmlns:a16="http://schemas.microsoft.com/office/drawing/2014/main" id="{8DC5E684-9381-13F9-D517-A11BA4BEFA5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142081" y="4152049"/>
              <a:ext cx="1889037" cy="1553791"/>
            </a:xfrm>
            <a:prstGeom prst="rect">
              <a:avLst/>
            </a:prstGeom>
          </p:spPr>
        </p:pic>
        <p:sp>
          <p:nvSpPr>
            <p:cNvPr id="7" name="テキスト ボックス 6">
              <a:extLst>
                <a:ext uri="{FF2B5EF4-FFF2-40B4-BE49-F238E27FC236}">
                  <a16:creationId xmlns:a16="http://schemas.microsoft.com/office/drawing/2014/main" id="{D4C311D0-BC33-F6E6-2D7F-1D9967BEFE7C}"/>
                </a:ext>
              </a:extLst>
            </p:cNvPr>
            <p:cNvSpPr txBox="1"/>
            <p:nvPr/>
          </p:nvSpPr>
          <p:spPr>
            <a:xfrm>
              <a:off x="6596117" y="5678499"/>
              <a:ext cx="695846" cy="380994"/>
            </a:xfrm>
            <a:prstGeom prst="rect">
              <a:avLst/>
            </a:prstGeom>
            <a:noFill/>
          </p:spPr>
          <p:txBody>
            <a:bodyPr wrap="square">
              <a:noAutofit/>
            </a:bodyPr>
            <a:lstStyle/>
            <a:p>
              <a:r>
                <a:rPr lang="en-US" altLang="ja-JP" b="1" dirty="0">
                  <a:solidFill>
                    <a:srgbClr val="000000"/>
                  </a:solidFill>
                  <a:latin typeface="+mn-ea"/>
                </a:rPr>
                <a:t>ISTJ</a:t>
              </a:r>
              <a:endParaRPr lang="ja-JP" altLang="en-US" dirty="0">
                <a:latin typeface="+mn-ea"/>
              </a:endParaRPr>
            </a:p>
          </p:txBody>
        </p:sp>
      </p:grpSp>
      <p:sp>
        <p:nvSpPr>
          <p:cNvPr id="15" name="テキスト ボックス 14">
            <a:extLst>
              <a:ext uri="{FF2B5EF4-FFF2-40B4-BE49-F238E27FC236}">
                <a16:creationId xmlns:a16="http://schemas.microsoft.com/office/drawing/2014/main" id="{9A3F36D1-422F-2D09-959E-053834F5F320}"/>
              </a:ext>
            </a:extLst>
          </p:cNvPr>
          <p:cNvSpPr txBox="1"/>
          <p:nvPr/>
        </p:nvSpPr>
        <p:spPr>
          <a:xfrm>
            <a:off x="1463868" y="3696202"/>
            <a:ext cx="1155198" cy="602281"/>
          </a:xfrm>
          <a:prstGeom prst="rect">
            <a:avLst/>
          </a:prstGeom>
          <a:noFill/>
        </p:spPr>
        <p:txBody>
          <a:bodyPr wrap="square">
            <a:noAutofit/>
          </a:bodyPr>
          <a:lstStyle/>
          <a:p>
            <a:r>
              <a:rPr lang="en-US" altLang="ja-JP" sz="2800" b="1" dirty="0">
                <a:solidFill>
                  <a:srgbClr val="000000"/>
                </a:solidFill>
                <a:latin typeface="+mn-ea"/>
              </a:rPr>
              <a:t>LLM</a:t>
            </a:r>
            <a:endParaRPr lang="ja-JP" altLang="en-US" sz="2800" dirty="0">
              <a:latin typeface="+mn-ea"/>
            </a:endParaRPr>
          </a:p>
        </p:txBody>
      </p:sp>
      <p:sp>
        <p:nvSpPr>
          <p:cNvPr id="17" name="テキスト ボックス 16">
            <a:extLst>
              <a:ext uri="{FF2B5EF4-FFF2-40B4-BE49-F238E27FC236}">
                <a16:creationId xmlns:a16="http://schemas.microsoft.com/office/drawing/2014/main" id="{A96293F1-BE60-467E-BF9E-3EC70A1AEF77}"/>
              </a:ext>
            </a:extLst>
          </p:cNvPr>
          <p:cNvSpPr txBox="1"/>
          <p:nvPr/>
        </p:nvSpPr>
        <p:spPr>
          <a:xfrm>
            <a:off x="6374553" y="3727472"/>
            <a:ext cx="1138973" cy="539741"/>
          </a:xfrm>
          <a:prstGeom prst="rect">
            <a:avLst/>
          </a:prstGeom>
          <a:noFill/>
        </p:spPr>
        <p:txBody>
          <a:bodyPr wrap="square">
            <a:noAutofit/>
          </a:bodyPr>
          <a:lstStyle/>
          <a:p>
            <a:r>
              <a:rPr lang="en-US" altLang="ja-JP" sz="2800" b="1" dirty="0">
                <a:solidFill>
                  <a:srgbClr val="000000"/>
                </a:solidFill>
                <a:latin typeface="+mn-ea"/>
              </a:rPr>
              <a:t>LLM</a:t>
            </a:r>
            <a:endParaRPr lang="ja-JP" altLang="en-US" sz="2800" dirty="0">
              <a:latin typeface="+mn-ea"/>
            </a:endParaRPr>
          </a:p>
        </p:txBody>
      </p:sp>
      <p:sp>
        <p:nvSpPr>
          <p:cNvPr id="21" name="テキスト ボックス 20">
            <a:extLst>
              <a:ext uri="{FF2B5EF4-FFF2-40B4-BE49-F238E27FC236}">
                <a16:creationId xmlns:a16="http://schemas.microsoft.com/office/drawing/2014/main" id="{300678B2-12FA-D403-4FBC-40A7AFA4CFB8}"/>
              </a:ext>
            </a:extLst>
          </p:cNvPr>
          <p:cNvSpPr txBox="1"/>
          <p:nvPr/>
        </p:nvSpPr>
        <p:spPr>
          <a:xfrm>
            <a:off x="1279099" y="3295600"/>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1</a:t>
            </a:r>
            <a:endParaRPr lang="ja-JP" altLang="en-US" dirty="0">
              <a:solidFill>
                <a:schemeClr val="accent1"/>
              </a:solidFill>
              <a:latin typeface="+mn-ea"/>
            </a:endParaRPr>
          </a:p>
        </p:txBody>
      </p:sp>
      <p:sp>
        <p:nvSpPr>
          <p:cNvPr id="23" name="テキスト ボックス 22">
            <a:extLst>
              <a:ext uri="{FF2B5EF4-FFF2-40B4-BE49-F238E27FC236}">
                <a16:creationId xmlns:a16="http://schemas.microsoft.com/office/drawing/2014/main" id="{09C2DD95-3558-511D-0674-83B9D7BD6589}"/>
              </a:ext>
            </a:extLst>
          </p:cNvPr>
          <p:cNvSpPr txBox="1"/>
          <p:nvPr/>
        </p:nvSpPr>
        <p:spPr>
          <a:xfrm>
            <a:off x="6207949" y="3326870"/>
            <a:ext cx="1472183" cy="369332"/>
          </a:xfrm>
          <a:prstGeom prst="rect">
            <a:avLst/>
          </a:prstGeom>
          <a:solidFill>
            <a:schemeClr val="bg1"/>
          </a:solidFill>
        </p:spPr>
        <p:txBody>
          <a:bodyPr wrap="square">
            <a:spAutoFit/>
          </a:bodyPr>
          <a:lstStyle/>
          <a:p>
            <a:r>
              <a:rPr lang="ja-JP" altLang="en-US" b="1" dirty="0">
                <a:solidFill>
                  <a:schemeClr val="accent1"/>
                </a:solidFill>
                <a:latin typeface="+mn-ea"/>
              </a:rPr>
              <a:t>セッション</a:t>
            </a:r>
            <a:r>
              <a:rPr lang="en-US" altLang="ja-JP" b="1" dirty="0">
                <a:solidFill>
                  <a:schemeClr val="accent1"/>
                </a:solidFill>
                <a:latin typeface="+mn-ea"/>
              </a:rPr>
              <a:t>2</a:t>
            </a:r>
            <a:endParaRPr lang="ja-JP" altLang="en-US" dirty="0">
              <a:solidFill>
                <a:schemeClr val="accent1"/>
              </a:solidFill>
              <a:latin typeface="+mn-ea"/>
            </a:endParaRPr>
          </a:p>
        </p:txBody>
      </p:sp>
    </p:spTree>
    <p:extLst>
      <p:ext uri="{BB962C8B-B14F-4D97-AF65-F5344CB8AC3E}">
        <p14:creationId xmlns:p14="http://schemas.microsoft.com/office/powerpoint/2010/main" val="2557704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E5B1-1FE0-BFCF-4B65-7999A7BA1ECF}"/>
            </a:ext>
          </a:extLst>
        </p:cNvPr>
        <p:cNvGrpSpPr/>
        <p:nvPr/>
      </p:nvGrpSpPr>
      <p:grpSpPr>
        <a:xfrm>
          <a:off x="0" y="0"/>
          <a:ext cx="0" cy="0"/>
          <a:chOff x="0" y="0"/>
          <a:chExt cx="0" cy="0"/>
        </a:xfrm>
      </p:grpSpPr>
      <p:sp>
        <p:nvSpPr>
          <p:cNvPr id="12" name="スライド番号プレースホルダー 11">
            <a:extLst>
              <a:ext uri="{FF2B5EF4-FFF2-40B4-BE49-F238E27FC236}">
                <a16:creationId xmlns:a16="http://schemas.microsoft.com/office/drawing/2014/main" id="{168B0471-1E8C-44D4-587E-40EA3B72556B}"/>
              </a:ext>
            </a:extLst>
          </p:cNvPr>
          <p:cNvSpPr>
            <a:spLocks noGrp="1"/>
          </p:cNvSpPr>
          <p:nvPr>
            <p:ph type="sldNum" sz="quarter" idx="12"/>
          </p:nvPr>
        </p:nvSpPr>
        <p:spPr/>
        <p:txBody>
          <a:bodyPr>
            <a:noAutofit/>
          </a:bodyPr>
          <a:lstStyle/>
          <a:p>
            <a:fld id="{18020408-E1FF-429E-A8D5-EB2A190A0D77}" type="slidenum">
              <a:rPr kumimoji="1" lang="ja-JP" altLang="en-US" smtClean="0"/>
              <a:t>7</a:t>
            </a:fld>
            <a:endParaRPr kumimoji="1" lang="ja-JP" altLang="en-US"/>
          </a:p>
        </p:txBody>
      </p:sp>
      <p:sp>
        <p:nvSpPr>
          <p:cNvPr id="5" name="タイトル 4">
            <a:extLst>
              <a:ext uri="{FF2B5EF4-FFF2-40B4-BE49-F238E27FC236}">
                <a16:creationId xmlns:a16="http://schemas.microsoft.com/office/drawing/2014/main" id="{83550D71-B29F-2D3B-95CF-D8063CAEA59B}"/>
              </a:ext>
            </a:extLst>
          </p:cNvPr>
          <p:cNvSpPr>
            <a:spLocks noGrp="1"/>
          </p:cNvSpPr>
          <p:nvPr>
            <p:ph type="title"/>
          </p:nvPr>
        </p:nvSpPr>
        <p:spPr/>
        <p:txBody>
          <a:bodyPr>
            <a:noAutofit/>
          </a:bodyPr>
          <a:lstStyle/>
          <a:p>
            <a:r>
              <a:rPr lang="en-US" altLang="ja-JP" sz="3600" dirty="0"/>
              <a:t>MBTI</a:t>
            </a:r>
            <a:r>
              <a:rPr lang="ja-JP" altLang="en-US" sz="3600" dirty="0"/>
              <a:t>とは</a:t>
            </a:r>
            <a:endParaRPr lang="ja-JP" altLang="en-US" sz="3600" b="1" dirty="0">
              <a:solidFill>
                <a:schemeClr val="bg1"/>
              </a:solidFill>
              <a:latin typeface="+mn-ea"/>
              <a:ea typeface="+mn-ea"/>
            </a:endParaRPr>
          </a:p>
        </p:txBody>
      </p:sp>
      <p:sp>
        <p:nvSpPr>
          <p:cNvPr id="8" name="テキスト ボックス 7">
            <a:extLst>
              <a:ext uri="{FF2B5EF4-FFF2-40B4-BE49-F238E27FC236}">
                <a16:creationId xmlns:a16="http://schemas.microsoft.com/office/drawing/2014/main" id="{44796DDE-B2DD-5FCE-F897-8B69D2CB19FC}"/>
              </a:ext>
            </a:extLst>
          </p:cNvPr>
          <p:cNvSpPr txBox="1"/>
          <p:nvPr/>
        </p:nvSpPr>
        <p:spPr>
          <a:xfrm>
            <a:off x="380240" y="1228762"/>
            <a:ext cx="8061643" cy="1204880"/>
          </a:xfrm>
          <a:prstGeom prst="rect">
            <a:avLst/>
          </a:prstGeom>
          <a:noFill/>
        </p:spPr>
        <p:txBody>
          <a:bodyPr wrap="square">
            <a:noAutofit/>
          </a:bodyPr>
          <a:lstStyle/>
          <a:p>
            <a:r>
              <a:rPr lang="ja-JP" altLang="en-US" sz="2200" b="1" dirty="0"/>
              <a:t>マイヤーズとブリッグスによって開発された人格検査</a:t>
            </a:r>
            <a:endParaRPr lang="en-US" altLang="ja-JP" sz="2200" b="1" dirty="0"/>
          </a:p>
          <a:p>
            <a:r>
              <a:rPr lang="ja-JP" altLang="en-US" sz="2200" b="1" dirty="0">
                <a:latin typeface="+mn-ea"/>
              </a:rPr>
              <a:t>質問への回答を通じてタイプを特定</a:t>
            </a:r>
            <a:endParaRPr lang="en-US" altLang="ja-JP" sz="2200" b="1" dirty="0">
              <a:latin typeface="+mn-ea"/>
            </a:endParaRPr>
          </a:p>
          <a:p>
            <a:r>
              <a:rPr lang="en-US" altLang="ja-JP" sz="2200" b="1" dirty="0"/>
              <a:t>4</a:t>
            </a:r>
            <a:r>
              <a:rPr lang="ja-JP" altLang="en-US" sz="2200" b="1" dirty="0"/>
              <a:t>つの指標を組み合わせ</a:t>
            </a:r>
            <a:r>
              <a:rPr lang="en-US" altLang="ja-JP" sz="2200" b="1" dirty="0"/>
              <a:t>16</a:t>
            </a:r>
            <a:r>
              <a:rPr lang="ja-JP" altLang="en-US" sz="2200" b="1" dirty="0"/>
              <a:t>タイプに分類</a:t>
            </a:r>
            <a:endParaRPr lang="en-US" altLang="ja-JP" sz="2200" b="1" dirty="0"/>
          </a:p>
        </p:txBody>
      </p:sp>
      <p:grpSp>
        <p:nvGrpSpPr>
          <p:cNvPr id="48" name="グループ化 47">
            <a:extLst>
              <a:ext uri="{FF2B5EF4-FFF2-40B4-BE49-F238E27FC236}">
                <a16:creationId xmlns:a16="http://schemas.microsoft.com/office/drawing/2014/main" id="{C51723AA-368D-959E-20F4-0D1F57200D04}"/>
              </a:ext>
            </a:extLst>
          </p:cNvPr>
          <p:cNvGrpSpPr/>
          <p:nvPr/>
        </p:nvGrpSpPr>
        <p:grpSpPr>
          <a:xfrm>
            <a:off x="534009" y="3207906"/>
            <a:ext cx="3877053" cy="3505848"/>
            <a:chOff x="2459737" y="2923768"/>
            <a:chExt cx="3858768" cy="3765064"/>
          </a:xfrm>
        </p:grpSpPr>
        <p:sp>
          <p:nvSpPr>
            <p:cNvPr id="4" name="テキスト ボックス 3">
              <a:extLst>
                <a:ext uri="{FF2B5EF4-FFF2-40B4-BE49-F238E27FC236}">
                  <a16:creationId xmlns:a16="http://schemas.microsoft.com/office/drawing/2014/main" id="{C369DFDB-0185-4760-7E5F-990C0A0C076D}"/>
                </a:ext>
              </a:extLst>
            </p:cNvPr>
            <p:cNvSpPr txBox="1"/>
            <p:nvPr/>
          </p:nvSpPr>
          <p:spPr>
            <a:xfrm>
              <a:off x="2638959" y="2923768"/>
              <a:ext cx="484631" cy="769441"/>
            </a:xfrm>
            <a:prstGeom prst="rect">
              <a:avLst/>
            </a:prstGeom>
            <a:noFill/>
          </p:spPr>
          <p:txBody>
            <a:bodyPr wrap="square">
              <a:spAutoFit/>
            </a:bodyPr>
            <a:lstStyle/>
            <a:p>
              <a:r>
                <a:rPr lang="en-US" altLang="ja-JP" sz="4400" b="1" dirty="0">
                  <a:solidFill>
                    <a:srgbClr val="7030A0"/>
                  </a:solidFill>
                  <a:latin typeface="+mn-ea"/>
                </a:rPr>
                <a:t>E</a:t>
              </a:r>
              <a:endParaRPr lang="ja-JP" altLang="en-US" sz="4400" b="1" dirty="0">
                <a:solidFill>
                  <a:srgbClr val="7030A0"/>
                </a:solidFill>
                <a:latin typeface="+mn-ea"/>
              </a:endParaRPr>
            </a:p>
          </p:txBody>
        </p:sp>
        <p:sp>
          <p:nvSpPr>
            <p:cNvPr id="10" name="テキスト ボックス 9">
              <a:extLst>
                <a:ext uri="{FF2B5EF4-FFF2-40B4-BE49-F238E27FC236}">
                  <a16:creationId xmlns:a16="http://schemas.microsoft.com/office/drawing/2014/main" id="{C441BAB5-48F4-EDEA-467B-4FD252510A9A}"/>
                </a:ext>
              </a:extLst>
            </p:cNvPr>
            <p:cNvSpPr txBox="1"/>
            <p:nvPr/>
          </p:nvSpPr>
          <p:spPr>
            <a:xfrm>
              <a:off x="5596129" y="2923769"/>
              <a:ext cx="535838" cy="769441"/>
            </a:xfrm>
            <a:prstGeom prst="rect">
              <a:avLst/>
            </a:prstGeom>
            <a:noFill/>
          </p:spPr>
          <p:txBody>
            <a:bodyPr wrap="square">
              <a:spAutoFit/>
            </a:bodyPr>
            <a:lstStyle/>
            <a:p>
              <a:r>
                <a:rPr lang="en-US" altLang="ja-JP" sz="4400" b="1" dirty="0">
                  <a:solidFill>
                    <a:srgbClr val="7030A0"/>
                  </a:solidFill>
                  <a:latin typeface="+mn-ea"/>
                </a:rPr>
                <a:t>I</a:t>
              </a:r>
              <a:endParaRPr lang="ja-JP" altLang="en-US" sz="4400" b="1" dirty="0">
                <a:solidFill>
                  <a:srgbClr val="7030A0"/>
                </a:solidFill>
                <a:latin typeface="+mn-ea"/>
              </a:endParaRPr>
            </a:p>
          </p:txBody>
        </p:sp>
        <p:sp>
          <p:nvSpPr>
            <p:cNvPr id="20" name="矢印: 左右 19">
              <a:extLst>
                <a:ext uri="{FF2B5EF4-FFF2-40B4-BE49-F238E27FC236}">
                  <a16:creationId xmlns:a16="http://schemas.microsoft.com/office/drawing/2014/main" id="{26738C0E-049C-1155-247E-09986A42CDFB}"/>
                </a:ext>
              </a:extLst>
            </p:cNvPr>
            <p:cNvSpPr/>
            <p:nvPr/>
          </p:nvSpPr>
          <p:spPr>
            <a:xfrm>
              <a:off x="3215031" y="3187975"/>
              <a:ext cx="2289657" cy="241025"/>
            </a:xfrm>
            <a:prstGeom prst="leftRightArrow">
              <a:avLst>
                <a:gd name="adj1" fmla="val 43930"/>
                <a:gd name="adj2" fmla="val 131946"/>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25" name="テキスト ボックス 24">
              <a:extLst>
                <a:ext uri="{FF2B5EF4-FFF2-40B4-BE49-F238E27FC236}">
                  <a16:creationId xmlns:a16="http://schemas.microsoft.com/office/drawing/2014/main" id="{0463FC62-F94F-CD28-D5E3-2F8DBFDC484B}"/>
                </a:ext>
              </a:extLst>
            </p:cNvPr>
            <p:cNvSpPr txBox="1"/>
            <p:nvPr/>
          </p:nvSpPr>
          <p:spPr>
            <a:xfrm>
              <a:off x="2459737" y="3508543"/>
              <a:ext cx="868680" cy="369332"/>
            </a:xfrm>
            <a:prstGeom prst="rect">
              <a:avLst/>
            </a:prstGeom>
            <a:noFill/>
          </p:spPr>
          <p:txBody>
            <a:bodyPr wrap="square">
              <a:spAutoFit/>
            </a:bodyPr>
            <a:lstStyle/>
            <a:p>
              <a:r>
                <a:rPr lang="ja-JP" altLang="en-US" b="1" dirty="0">
                  <a:latin typeface="+mn-ea"/>
                </a:rPr>
                <a:t>外向型</a:t>
              </a:r>
            </a:p>
          </p:txBody>
        </p:sp>
        <p:sp>
          <p:nvSpPr>
            <p:cNvPr id="27" name="テキスト ボックス 26">
              <a:extLst>
                <a:ext uri="{FF2B5EF4-FFF2-40B4-BE49-F238E27FC236}">
                  <a16:creationId xmlns:a16="http://schemas.microsoft.com/office/drawing/2014/main" id="{A4A44177-D632-B8B3-A9D3-F3314B80D1A6}"/>
                </a:ext>
              </a:extLst>
            </p:cNvPr>
            <p:cNvSpPr txBox="1"/>
            <p:nvPr/>
          </p:nvSpPr>
          <p:spPr>
            <a:xfrm>
              <a:off x="5409590" y="3508543"/>
              <a:ext cx="908915" cy="369332"/>
            </a:xfrm>
            <a:prstGeom prst="rect">
              <a:avLst/>
            </a:prstGeom>
            <a:noFill/>
          </p:spPr>
          <p:txBody>
            <a:bodyPr wrap="square">
              <a:spAutoFit/>
            </a:bodyPr>
            <a:lstStyle/>
            <a:p>
              <a:r>
                <a:rPr lang="ja-JP" altLang="en-US" b="1" dirty="0">
                  <a:latin typeface="+mn-ea"/>
                </a:rPr>
                <a:t>内向型</a:t>
              </a:r>
            </a:p>
          </p:txBody>
        </p:sp>
        <p:sp>
          <p:nvSpPr>
            <p:cNvPr id="29" name="テキスト ボックス 28">
              <a:extLst>
                <a:ext uri="{FF2B5EF4-FFF2-40B4-BE49-F238E27FC236}">
                  <a16:creationId xmlns:a16="http://schemas.microsoft.com/office/drawing/2014/main" id="{82328E40-4517-407B-4E5B-BC1F15B7467E}"/>
                </a:ext>
              </a:extLst>
            </p:cNvPr>
            <p:cNvSpPr txBox="1"/>
            <p:nvPr/>
          </p:nvSpPr>
          <p:spPr>
            <a:xfrm>
              <a:off x="3611964" y="3429000"/>
              <a:ext cx="1684322" cy="307777"/>
            </a:xfrm>
            <a:prstGeom prst="rect">
              <a:avLst/>
            </a:prstGeom>
            <a:noFill/>
          </p:spPr>
          <p:txBody>
            <a:bodyPr wrap="square">
              <a:spAutoFit/>
            </a:bodyPr>
            <a:lstStyle/>
            <a:p>
              <a:r>
                <a:rPr lang="ja-JP" altLang="en-US" sz="1400" b="1" dirty="0">
                  <a:latin typeface="+mn-ea"/>
                </a:rPr>
                <a:t>エネルギーの方向</a:t>
              </a:r>
            </a:p>
          </p:txBody>
        </p:sp>
        <p:sp>
          <p:nvSpPr>
            <p:cNvPr id="30" name="テキスト ボックス 29">
              <a:extLst>
                <a:ext uri="{FF2B5EF4-FFF2-40B4-BE49-F238E27FC236}">
                  <a16:creationId xmlns:a16="http://schemas.microsoft.com/office/drawing/2014/main" id="{651276F9-211B-09EA-1747-CAB41BB6E624}"/>
                </a:ext>
              </a:extLst>
            </p:cNvPr>
            <p:cNvSpPr txBox="1"/>
            <p:nvPr/>
          </p:nvSpPr>
          <p:spPr>
            <a:xfrm>
              <a:off x="2638959" y="3816320"/>
              <a:ext cx="484631" cy="769441"/>
            </a:xfrm>
            <a:prstGeom prst="rect">
              <a:avLst/>
            </a:prstGeom>
            <a:noFill/>
          </p:spPr>
          <p:txBody>
            <a:bodyPr wrap="square">
              <a:spAutoFit/>
            </a:bodyPr>
            <a:lstStyle/>
            <a:p>
              <a:r>
                <a:rPr lang="en-US" altLang="ja-JP" sz="4400" b="1" dirty="0">
                  <a:solidFill>
                    <a:srgbClr val="00B050"/>
                  </a:solidFill>
                  <a:latin typeface="+mn-ea"/>
                </a:rPr>
                <a:t>S</a:t>
              </a:r>
              <a:endParaRPr lang="ja-JP" altLang="en-US" sz="4400" b="1" dirty="0">
                <a:solidFill>
                  <a:srgbClr val="00B050"/>
                </a:solidFill>
                <a:latin typeface="+mn-ea"/>
              </a:endParaRPr>
            </a:p>
          </p:txBody>
        </p:sp>
        <p:sp>
          <p:nvSpPr>
            <p:cNvPr id="31" name="テキスト ボックス 30">
              <a:extLst>
                <a:ext uri="{FF2B5EF4-FFF2-40B4-BE49-F238E27FC236}">
                  <a16:creationId xmlns:a16="http://schemas.microsoft.com/office/drawing/2014/main" id="{33DBB7CD-C4B6-8FE5-23F2-14D41C187117}"/>
                </a:ext>
              </a:extLst>
            </p:cNvPr>
            <p:cNvSpPr txBox="1"/>
            <p:nvPr/>
          </p:nvSpPr>
          <p:spPr>
            <a:xfrm>
              <a:off x="5504688" y="3816320"/>
              <a:ext cx="535838" cy="769441"/>
            </a:xfrm>
            <a:prstGeom prst="rect">
              <a:avLst/>
            </a:prstGeom>
            <a:noFill/>
          </p:spPr>
          <p:txBody>
            <a:bodyPr wrap="square">
              <a:spAutoFit/>
            </a:bodyPr>
            <a:lstStyle/>
            <a:p>
              <a:r>
                <a:rPr lang="en-US" altLang="ja-JP" sz="4400" b="1" dirty="0">
                  <a:solidFill>
                    <a:srgbClr val="00B050"/>
                  </a:solidFill>
                  <a:latin typeface="+mn-ea"/>
                </a:rPr>
                <a:t>N</a:t>
              </a:r>
              <a:endParaRPr lang="ja-JP" altLang="en-US" sz="4400" b="1" dirty="0">
                <a:solidFill>
                  <a:srgbClr val="00B050"/>
                </a:solidFill>
                <a:latin typeface="+mn-ea"/>
              </a:endParaRPr>
            </a:p>
          </p:txBody>
        </p:sp>
        <p:sp>
          <p:nvSpPr>
            <p:cNvPr id="32" name="矢印: 左右 31">
              <a:extLst>
                <a:ext uri="{FF2B5EF4-FFF2-40B4-BE49-F238E27FC236}">
                  <a16:creationId xmlns:a16="http://schemas.microsoft.com/office/drawing/2014/main" id="{FD489771-AD4B-3219-48C0-B68C86AA3923}"/>
                </a:ext>
              </a:extLst>
            </p:cNvPr>
            <p:cNvSpPr/>
            <p:nvPr/>
          </p:nvSpPr>
          <p:spPr>
            <a:xfrm>
              <a:off x="3215031" y="4080527"/>
              <a:ext cx="2289657" cy="241025"/>
            </a:xfrm>
            <a:prstGeom prst="leftRightArrow">
              <a:avLst>
                <a:gd name="adj1" fmla="val 43930"/>
                <a:gd name="adj2" fmla="val 131946"/>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rgbClr val="00B050"/>
                </a:solidFill>
                <a:latin typeface="+mn-ea"/>
              </a:endParaRPr>
            </a:p>
          </p:txBody>
        </p:sp>
        <p:sp>
          <p:nvSpPr>
            <p:cNvPr id="33" name="テキスト ボックス 32">
              <a:extLst>
                <a:ext uri="{FF2B5EF4-FFF2-40B4-BE49-F238E27FC236}">
                  <a16:creationId xmlns:a16="http://schemas.microsoft.com/office/drawing/2014/main" id="{1F0DFE6E-2C35-3819-DBEF-864DEA25169A}"/>
                </a:ext>
              </a:extLst>
            </p:cNvPr>
            <p:cNvSpPr txBox="1"/>
            <p:nvPr/>
          </p:nvSpPr>
          <p:spPr>
            <a:xfrm>
              <a:off x="2459737" y="4401095"/>
              <a:ext cx="868680" cy="369332"/>
            </a:xfrm>
            <a:prstGeom prst="rect">
              <a:avLst/>
            </a:prstGeom>
            <a:noFill/>
          </p:spPr>
          <p:txBody>
            <a:bodyPr wrap="square">
              <a:spAutoFit/>
            </a:bodyPr>
            <a:lstStyle/>
            <a:p>
              <a:r>
                <a:rPr lang="ja-JP" altLang="en-US" b="1" dirty="0">
                  <a:latin typeface="+mn-ea"/>
                </a:rPr>
                <a:t>感覚型</a:t>
              </a:r>
            </a:p>
          </p:txBody>
        </p:sp>
        <p:sp>
          <p:nvSpPr>
            <p:cNvPr id="34" name="テキスト ボックス 33">
              <a:extLst>
                <a:ext uri="{FF2B5EF4-FFF2-40B4-BE49-F238E27FC236}">
                  <a16:creationId xmlns:a16="http://schemas.microsoft.com/office/drawing/2014/main" id="{C6D5A963-E87D-F9BD-E79A-46346079D22A}"/>
                </a:ext>
              </a:extLst>
            </p:cNvPr>
            <p:cNvSpPr txBox="1"/>
            <p:nvPr/>
          </p:nvSpPr>
          <p:spPr>
            <a:xfrm>
              <a:off x="5409590" y="4401095"/>
              <a:ext cx="908915" cy="369332"/>
            </a:xfrm>
            <a:prstGeom prst="rect">
              <a:avLst/>
            </a:prstGeom>
            <a:noFill/>
          </p:spPr>
          <p:txBody>
            <a:bodyPr wrap="square">
              <a:spAutoFit/>
            </a:bodyPr>
            <a:lstStyle/>
            <a:p>
              <a:r>
                <a:rPr lang="ja-JP" altLang="en-US" b="1" dirty="0">
                  <a:latin typeface="+mn-ea"/>
                </a:rPr>
                <a:t>直感型</a:t>
              </a:r>
            </a:p>
          </p:txBody>
        </p:sp>
        <p:sp>
          <p:nvSpPr>
            <p:cNvPr id="35" name="テキスト ボックス 34">
              <a:extLst>
                <a:ext uri="{FF2B5EF4-FFF2-40B4-BE49-F238E27FC236}">
                  <a16:creationId xmlns:a16="http://schemas.microsoft.com/office/drawing/2014/main" id="{1E04679C-FDE4-07F4-C304-2B21470D4AAC}"/>
                </a:ext>
              </a:extLst>
            </p:cNvPr>
            <p:cNvSpPr txBox="1"/>
            <p:nvPr/>
          </p:nvSpPr>
          <p:spPr>
            <a:xfrm>
              <a:off x="3718907" y="4321552"/>
              <a:ext cx="1281905" cy="307777"/>
            </a:xfrm>
            <a:prstGeom prst="rect">
              <a:avLst/>
            </a:prstGeom>
            <a:noFill/>
          </p:spPr>
          <p:txBody>
            <a:bodyPr wrap="square">
              <a:spAutoFit/>
            </a:bodyPr>
            <a:lstStyle/>
            <a:p>
              <a:r>
                <a:rPr lang="ja-JP" altLang="en-US" sz="1400" b="1" dirty="0">
                  <a:latin typeface="+mn-ea"/>
                </a:rPr>
                <a:t>情報収集方法</a:t>
              </a:r>
            </a:p>
          </p:txBody>
        </p:sp>
        <p:sp>
          <p:nvSpPr>
            <p:cNvPr id="36" name="テキスト ボックス 35">
              <a:extLst>
                <a:ext uri="{FF2B5EF4-FFF2-40B4-BE49-F238E27FC236}">
                  <a16:creationId xmlns:a16="http://schemas.microsoft.com/office/drawing/2014/main" id="{2B5990C7-46B4-48F2-E7E1-52167817632B}"/>
                </a:ext>
              </a:extLst>
            </p:cNvPr>
            <p:cNvSpPr txBox="1"/>
            <p:nvPr/>
          </p:nvSpPr>
          <p:spPr>
            <a:xfrm>
              <a:off x="2638959" y="4767829"/>
              <a:ext cx="484631" cy="769441"/>
            </a:xfrm>
            <a:prstGeom prst="rect">
              <a:avLst/>
            </a:prstGeom>
            <a:noFill/>
          </p:spPr>
          <p:txBody>
            <a:bodyPr wrap="square">
              <a:spAutoFit/>
            </a:bodyPr>
            <a:lstStyle/>
            <a:p>
              <a:r>
                <a:rPr lang="en-US" altLang="ja-JP" sz="4400" b="1" dirty="0">
                  <a:solidFill>
                    <a:schemeClr val="accent1">
                      <a:lumMod val="60000"/>
                      <a:lumOff val="40000"/>
                    </a:schemeClr>
                  </a:solidFill>
                  <a:latin typeface="+mn-ea"/>
                </a:rPr>
                <a:t>T</a:t>
              </a:r>
              <a:endParaRPr lang="ja-JP" altLang="en-US" sz="4400" b="1" dirty="0">
                <a:solidFill>
                  <a:schemeClr val="accent1">
                    <a:lumMod val="60000"/>
                    <a:lumOff val="40000"/>
                  </a:schemeClr>
                </a:solidFill>
                <a:latin typeface="+mn-ea"/>
              </a:endParaRPr>
            </a:p>
          </p:txBody>
        </p:sp>
        <p:sp>
          <p:nvSpPr>
            <p:cNvPr id="37" name="テキスト ボックス 36">
              <a:extLst>
                <a:ext uri="{FF2B5EF4-FFF2-40B4-BE49-F238E27FC236}">
                  <a16:creationId xmlns:a16="http://schemas.microsoft.com/office/drawing/2014/main" id="{C4C1854F-C6CF-C119-2F8D-98A05FA9F6D8}"/>
                </a:ext>
              </a:extLst>
            </p:cNvPr>
            <p:cNvSpPr txBox="1"/>
            <p:nvPr/>
          </p:nvSpPr>
          <p:spPr>
            <a:xfrm>
              <a:off x="5596129" y="4767830"/>
              <a:ext cx="535838" cy="769441"/>
            </a:xfrm>
            <a:prstGeom prst="rect">
              <a:avLst/>
            </a:prstGeom>
            <a:noFill/>
          </p:spPr>
          <p:txBody>
            <a:bodyPr wrap="square">
              <a:spAutoFit/>
            </a:bodyPr>
            <a:lstStyle/>
            <a:p>
              <a:r>
                <a:rPr lang="en-US" altLang="ja-JP" sz="4400" b="1" dirty="0">
                  <a:solidFill>
                    <a:schemeClr val="accent1">
                      <a:lumMod val="60000"/>
                      <a:lumOff val="40000"/>
                    </a:schemeClr>
                  </a:solidFill>
                  <a:latin typeface="+mn-ea"/>
                </a:rPr>
                <a:t>F</a:t>
              </a:r>
              <a:endParaRPr lang="ja-JP" altLang="en-US" sz="4400" b="1" dirty="0">
                <a:solidFill>
                  <a:schemeClr val="accent1">
                    <a:lumMod val="60000"/>
                    <a:lumOff val="40000"/>
                  </a:schemeClr>
                </a:solidFill>
                <a:latin typeface="+mn-ea"/>
              </a:endParaRPr>
            </a:p>
          </p:txBody>
        </p:sp>
        <p:sp>
          <p:nvSpPr>
            <p:cNvPr id="38" name="矢印: 左右 37">
              <a:extLst>
                <a:ext uri="{FF2B5EF4-FFF2-40B4-BE49-F238E27FC236}">
                  <a16:creationId xmlns:a16="http://schemas.microsoft.com/office/drawing/2014/main" id="{0C1F0A30-24A3-E37B-CC11-119E2FD3EF02}"/>
                </a:ext>
              </a:extLst>
            </p:cNvPr>
            <p:cNvSpPr/>
            <p:nvPr/>
          </p:nvSpPr>
          <p:spPr>
            <a:xfrm>
              <a:off x="3215031" y="5032036"/>
              <a:ext cx="2289657" cy="241025"/>
            </a:xfrm>
            <a:prstGeom prst="leftRightArrow">
              <a:avLst>
                <a:gd name="adj1" fmla="val 43930"/>
                <a:gd name="adj2" fmla="val 131946"/>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accent1">
                    <a:lumMod val="60000"/>
                    <a:lumOff val="40000"/>
                  </a:schemeClr>
                </a:solidFill>
                <a:latin typeface="+mn-ea"/>
              </a:endParaRPr>
            </a:p>
          </p:txBody>
        </p:sp>
        <p:sp>
          <p:nvSpPr>
            <p:cNvPr id="39" name="テキスト ボックス 38">
              <a:extLst>
                <a:ext uri="{FF2B5EF4-FFF2-40B4-BE49-F238E27FC236}">
                  <a16:creationId xmlns:a16="http://schemas.microsoft.com/office/drawing/2014/main" id="{8E6B5688-FC3F-9197-57F1-1FCBECE8BCEC}"/>
                </a:ext>
              </a:extLst>
            </p:cNvPr>
            <p:cNvSpPr txBox="1"/>
            <p:nvPr/>
          </p:nvSpPr>
          <p:spPr>
            <a:xfrm>
              <a:off x="2459737" y="5352604"/>
              <a:ext cx="868680" cy="369332"/>
            </a:xfrm>
            <a:prstGeom prst="rect">
              <a:avLst/>
            </a:prstGeom>
            <a:noFill/>
          </p:spPr>
          <p:txBody>
            <a:bodyPr wrap="square">
              <a:spAutoFit/>
            </a:bodyPr>
            <a:lstStyle/>
            <a:p>
              <a:r>
                <a:rPr lang="ja-JP" altLang="en-US" b="1" dirty="0">
                  <a:latin typeface="+mn-ea"/>
                </a:rPr>
                <a:t>思考型</a:t>
              </a:r>
            </a:p>
          </p:txBody>
        </p:sp>
        <p:sp>
          <p:nvSpPr>
            <p:cNvPr id="40" name="テキスト ボックス 39">
              <a:extLst>
                <a:ext uri="{FF2B5EF4-FFF2-40B4-BE49-F238E27FC236}">
                  <a16:creationId xmlns:a16="http://schemas.microsoft.com/office/drawing/2014/main" id="{8F32B30F-BC14-F569-C62B-2F727FBE53A1}"/>
                </a:ext>
              </a:extLst>
            </p:cNvPr>
            <p:cNvSpPr txBox="1"/>
            <p:nvPr/>
          </p:nvSpPr>
          <p:spPr>
            <a:xfrm>
              <a:off x="5409590" y="5352604"/>
              <a:ext cx="908915" cy="371497"/>
            </a:xfrm>
            <a:prstGeom prst="rect">
              <a:avLst/>
            </a:prstGeom>
            <a:noFill/>
          </p:spPr>
          <p:txBody>
            <a:bodyPr wrap="square">
              <a:spAutoFit/>
            </a:bodyPr>
            <a:lstStyle/>
            <a:p>
              <a:r>
                <a:rPr lang="ja-JP" altLang="en-US" b="1" dirty="0">
                  <a:latin typeface="+mn-ea"/>
                </a:rPr>
                <a:t>感情型</a:t>
              </a:r>
            </a:p>
          </p:txBody>
        </p:sp>
        <p:sp>
          <p:nvSpPr>
            <p:cNvPr id="41" name="テキスト ボックス 40">
              <a:extLst>
                <a:ext uri="{FF2B5EF4-FFF2-40B4-BE49-F238E27FC236}">
                  <a16:creationId xmlns:a16="http://schemas.microsoft.com/office/drawing/2014/main" id="{D76F6EF3-9C3A-BB4C-7092-CA6D012F8BAF}"/>
                </a:ext>
              </a:extLst>
            </p:cNvPr>
            <p:cNvSpPr txBox="1"/>
            <p:nvPr/>
          </p:nvSpPr>
          <p:spPr>
            <a:xfrm>
              <a:off x="3952948" y="5273061"/>
              <a:ext cx="908915" cy="307777"/>
            </a:xfrm>
            <a:prstGeom prst="rect">
              <a:avLst/>
            </a:prstGeom>
            <a:noFill/>
          </p:spPr>
          <p:txBody>
            <a:bodyPr wrap="square">
              <a:spAutoFit/>
            </a:bodyPr>
            <a:lstStyle/>
            <a:p>
              <a:r>
                <a:rPr lang="ja-JP" altLang="en-US" sz="1400" b="1" dirty="0">
                  <a:latin typeface="+mn-ea"/>
                </a:rPr>
                <a:t>判断方法</a:t>
              </a:r>
            </a:p>
          </p:txBody>
        </p:sp>
        <p:sp>
          <p:nvSpPr>
            <p:cNvPr id="42" name="テキスト ボックス 41">
              <a:extLst>
                <a:ext uri="{FF2B5EF4-FFF2-40B4-BE49-F238E27FC236}">
                  <a16:creationId xmlns:a16="http://schemas.microsoft.com/office/drawing/2014/main" id="{549F3886-4BFD-07BF-8FA4-2D76FF73AEB0}"/>
                </a:ext>
              </a:extLst>
            </p:cNvPr>
            <p:cNvSpPr txBox="1"/>
            <p:nvPr/>
          </p:nvSpPr>
          <p:spPr>
            <a:xfrm>
              <a:off x="2638959" y="5734725"/>
              <a:ext cx="484631" cy="769441"/>
            </a:xfrm>
            <a:prstGeom prst="rect">
              <a:avLst/>
            </a:prstGeom>
            <a:noFill/>
          </p:spPr>
          <p:txBody>
            <a:bodyPr wrap="square">
              <a:spAutoFit/>
            </a:bodyPr>
            <a:lstStyle/>
            <a:p>
              <a:r>
                <a:rPr lang="en-US" altLang="ja-JP" sz="4400" b="1" dirty="0">
                  <a:solidFill>
                    <a:srgbClr val="FFC000"/>
                  </a:solidFill>
                  <a:latin typeface="+mn-ea"/>
                </a:rPr>
                <a:t>J</a:t>
              </a:r>
              <a:endParaRPr lang="ja-JP" altLang="en-US" sz="4400" b="1" dirty="0">
                <a:solidFill>
                  <a:srgbClr val="FFC000"/>
                </a:solidFill>
                <a:latin typeface="+mn-ea"/>
              </a:endParaRPr>
            </a:p>
          </p:txBody>
        </p:sp>
        <p:sp>
          <p:nvSpPr>
            <p:cNvPr id="43" name="テキスト ボックス 42">
              <a:extLst>
                <a:ext uri="{FF2B5EF4-FFF2-40B4-BE49-F238E27FC236}">
                  <a16:creationId xmlns:a16="http://schemas.microsoft.com/office/drawing/2014/main" id="{C71C1B2C-EE97-01BF-3CED-41940BE9F6FE}"/>
                </a:ext>
              </a:extLst>
            </p:cNvPr>
            <p:cNvSpPr txBox="1"/>
            <p:nvPr/>
          </p:nvSpPr>
          <p:spPr>
            <a:xfrm>
              <a:off x="5596129" y="5734726"/>
              <a:ext cx="535838" cy="769441"/>
            </a:xfrm>
            <a:prstGeom prst="rect">
              <a:avLst/>
            </a:prstGeom>
            <a:noFill/>
          </p:spPr>
          <p:txBody>
            <a:bodyPr wrap="square">
              <a:spAutoFit/>
            </a:bodyPr>
            <a:lstStyle/>
            <a:p>
              <a:r>
                <a:rPr lang="en-US" altLang="ja-JP" sz="4400" b="1" dirty="0">
                  <a:solidFill>
                    <a:srgbClr val="FFC000"/>
                  </a:solidFill>
                  <a:latin typeface="+mn-ea"/>
                </a:rPr>
                <a:t>P</a:t>
              </a:r>
              <a:endParaRPr lang="ja-JP" altLang="en-US" sz="4400" b="1" dirty="0">
                <a:solidFill>
                  <a:srgbClr val="FFC000"/>
                </a:solidFill>
                <a:latin typeface="+mn-ea"/>
              </a:endParaRPr>
            </a:p>
          </p:txBody>
        </p:sp>
        <p:sp>
          <p:nvSpPr>
            <p:cNvPr id="44" name="矢印: 左右 43">
              <a:extLst>
                <a:ext uri="{FF2B5EF4-FFF2-40B4-BE49-F238E27FC236}">
                  <a16:creationId xmlns:a16="http://schemas.microsoft.com/office/drawing/2014/main" id="{9913F5A2-61AF-F03D-6DE9-86DFBE95075B}"/>
                </a:ext>
              </a:extLst>
            </p:cNvPr>
            <p:cNvSpPr/>
            <p:nvPr/>
          </p:nvSpPr>
          <p:spPr>
            <a:xfrm>
              <a:off x="3215031" y="5998932"/>
              <a:ext cx="2289657" cy="241025"/>
            </a:xfrm>
            <a:prstGeom prst="leftRightArrow">
              <a:avLst>
                <a:gd name="adj1" fmla="val 43930"/>
                <a:gd name="adj2" fmla="val 131946"/>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latin typeface="+mn-ea"/>
              </a:endParaRPr>
            </a:p>
          </p:txBody>
        </p:sp>
        <p:sp>
          <p:nvSpPr>
            <p:cNvPr id="45" name="テキスト ボックス 44">
              <a:extLst>
                <a:ext uri="{FF2B5EF4-FFF2-40B4-BE49-F238E27FC236}">
                  <a16:creationId xmlns:a16="http://schemas.microsoft.com/office/drawing/2014/main" id="{7D266389-AA28-6257-D3EF-6B2928D8C520}"/>
                </a:ext>
              </a:extLst>
            </p:cNvPr>
            <p:cNvSpPr txBox="1"/>
            <p:nvPr/>
          </p:nvSpPr>
          <p:spPr>
            <a:xfrm>
              <a:off x="2459737" y="6319500"/>
              <a:ext cx="868680" cy="369332"/>
            </a:xfrm>
            <a:prstGeom prst="rect">
              <a:avLst/>
            </a:prstGeom>
            <a:noFill/>
          </p:spPr>
          <p:txBody>
            <a:bodyPr wrap="square">
              <a:spAutoFit/>
            </a:bodyPr>
            <a:lstStyle/>
            <a:p>
              <a:r>
                <a:rPr lang="ja-JP" altLang="en-US" b="1" dirty="0">
                  <a:latin typeface="+mn-ea"/>
                </a:rPr>
                <a:t>判断型</a:t>
              </a:r>
            </a:p>
          </p:txBody>
        </p:sp>
        <p:sp>
          <p:nvSpPr>
            <p:cNvPr id="46" name="テキスト ボックス 45">
              <a:extLst>
                <a:ext uri="{FF2B5EF4-FFF2-40B4-BE49-F238E27FC236}">
                  <a16:creationId xmlns:a16="http://schemas.microsoft.com/office/drawing/2014/main" id="{5D3A5BD0-6802-A2A2-7B48-61A092FEEAC6}"/>
                </a:ext>
              </a:extLst>
            </p:cNvPr>
            <p:cNvSpPr txBox="1"/>
            <p:nvPr/>
          </p:nvSpPr>
          <p:spPr>
            <a:xfrm>
              <a:off x="5409590" y="6319500"/>
              <a:ext cx="908915" cy="369332"/>
            </a:xfrm>
            <a:prstGeom prst="rect">
              <a:avLst/>
            </a:prstGeom>
            <a:noFill/>
          </p:spPr>
          <p:txBody>
            <a:bodyPr wrap="square">
              <a:spAutoFit/>
            </a:bodyPr>
            <a:lstStyle/>
            <a:p>
              <a:r>
                <a:rPr lang="ja-JP" altLang="en-US" b="1" dirty="0">
                  <a:latin typeface="+mn-ea"/>
                </a:rPr>
                <a:t>認識型</a:t>
              </a:r>
            </a:p>
          </p:txBody>
        </p:sp>
        <p:sp>
          <p:nvSpPr>
            <p:cNvPr id="47" name="テキスト ボックス 46">
              <a:extLst>
                <a:ext uri="{FF2B5EF4-FFF2-40B4-BE49-F238E27FC236}">
                  <a16:creationId xmlns:a16="http://schemas.microsoft.com/office/drawing/2014/main" id="{17A496BF-FC26-CB47-963E-547CD5AF2E5A}"/>
                </a:ext>
              </a:extLst>
            </p:cNvPr>
            <p:cNvSpPr txBox="1"/>
            <p:nvPr/>
          </p:nvSpPr>
          <p:spPr>
            <a:xfrm>
              <a:off x="3905401" y="6239957"/>
              <a:ext cx="908915" cy="307777"/>
            </a:xfrm>
            <a:prstGeom prst="rect">
              <a:avLst/>
            </a:prstGeom>
            <a:noFill/>
          </p:spPr>
          <p:txBody>
            <a:bodyPr wrap="square">
              <a:spAutoFit/>
            </a:bodyPr>
            <a:lstStyle/>
            <a:p>
              <a:r>
                <a:rPr lang="ja-JP" altLang="en-US" sz="1400" b="1" dirty="0">
                  <a:latin typeface="+mn-ea"/>
                </a:rPr>
                <a:t>生活様式</a:t>
              </a:r>
            </a:p>
          </p:txBody>
        </p:sp>
      </p:grpSp>
      <p:pic>
        <p:nvPicPr>
          <p:cNvPr id="49" name="図 48">
            <a:extLst>
              <a:ext uri="{FF2B5EF4-FFF2-40B4-BE49-F238E27FC236}">
                <a16:creationId xmlns:a16="http://schemas.microsoft.com/office/drawing/2014/main" id="{EC3C386A-0F59-9977-3EEC-57F944DC11B2}"/>
              </a:ext>
            </a:extLst>
          </p:cNvPr>
          <p:cNvPicPr>
            <a:picLocks noChangeAspect="1"/>
          </p:cNvPicPr>
          <p:nvPr/>
        </p:nvPicPr>
        <p:blipFill>
          <a:blip r:embed="rId3"/>
          <a:stretch>
            <a:fillRect/>
          </a:stretch>
        </p:blipFill>
        <p:spPr>
          <a:xfrm>
            <a:off x="4943391" y="4000565"/>
            <a:ext cx="2295324" cy="1887975"/>
          </a:xfrm>
          <a:prstGeom prst="rect">
            <a:avLst/>
          </a:prstGeom>
        </p:spPr>
      </p:pic>
      <p:sp>
        <p:nvSpPr>
          <p:cNvPr id="51" name="テキスト ボックス 50">
            <a:extLst>
              <a:ext uri="{FF2B5EF4-FFF2-40B4-BE49-F238E27FC236}">
                <a16:creationId xmlns:a16="http://schemas.microsoft.com/office/drawing/2014/main" id="{85EEB004-4A15-1AC5-7CA9-50260B5345BE}"/>
              </a:ext>
            </a:extLst>
          </p:cNvPr>
          <p:cNvSpPr txBox="1"/>
          <p:nvPr/>
        </p:nvSpPr>
        <p:spPr>
          <a:xfrm>
            <a:off x="380241" y="2318190"/>
            <a:ext cx="5171995" cy="769441"/>
          </a:xfrm>
          <a:prstGeom prst="rect">
            <a:avLst/>
          </a:prstGeom>
          <a:noFill/>
        </p:spPr>
        <p:txBody>
          <a:bodyPr wrap="square">
            <a:spAutoFit/>
          </a:bodyPr>
          <a:lstStyle/>
          <a:p>
            <a:r>
              <a:rPr lang="en-US" altLang="ja-JP" sz="2400" b="1" dirty="0">
                <a:solidFill>
                  <a:schemeClr val="accent1"/>
                </a:solidFill>
              </a:rPr>
              <a:t>4</a:t>
            </a:r>
            <a:r>
              <a:rPr lang="ja-JP" altLang="en-US" sz="2400" b="1" dirty="0">
                <a:solidFill>
                  <a:schemeClr val="accent1"/>
                </a:solidFill>
              </a:rPr>
              <a:t>つの指標</a:t>
            </a:r>
            <a:endParaRPr lang="en-US" altLang="ja-JP" sz="2400" b="1" dirty="0">
              <a:solidFill>
                <a:schemeClr val="accent1"/>
              </a:solidFill>
            </a:endParaRPr>
          </a:p>
          <a:p>
            <a:r>
              <a:rPr lang="ja-JP" altLang="en-US" sz="2000" b="1" dirty="0"/>
              <a:t>要素はそれぞれ対極</a:t>
            </a:r>
            <a:r>
              <a:rPr lang="en-US" altLang="ja-JP" sz="2000" b="1" dirty="0">
                <a:latin typeface="+mn-ea"/>
              </a:rPr>
              <a:t>[</a:t>
            </a:r>
            <a:r>
              <a:rPr lang="en-US" altLang="ja-JP" sz="2000" b="1" dirty="0" err="1">
                <a:latin typeface="+mn-ea"/>
              </a:rPr>
              <a:t>Radisavljevic</a:t>
            </a:r>
            <a:r>
              <a:rPr lang="ja-JP" altLang="en-US" sz="2000" b="1" dirty="0">
                <a:latin typeface="+mn-ea"/>
              </a:rPr>
              <a:t>ら </a:t>
            </a:r>
            <a:r>
              <a:rPr lang="en-US" altLang="ja-JP" sz="2000" b="1" dirty="0">
                <a:latin typeface="+mn-ea"/>
              </a:rPr>
              <a:t>’22]</a:t>
            </a:r>
            <a:endParaRPr lang="ja-JP" altLang="en-US" sz="2000" b="1" dirty="0">
              <a:latin typeface="+mn-ea"/>
            </a:endParaRPr>
          </a:p>
        </p:txBody>
      </p:sp>
      <p:sp>
        <p:nvSpPr>
          <p:cNvPr id="53" name="テキスト ボックス 52">
            <a:extLst>
              <a:ext uri="{FF2B5EF4-FFF2-40B4-BE49-F238E27FC236}">
                <a16:creationId xmlns:a16="http://schemas.microsoft.com/office/drawing/2014/main" id="{31C3514E-B39A-8E3D-B14E-ED7B6D9015C2}"/>
              </a:ext>
            </a:extLst>
          </p:cNvPr>
          <p:cNvSpPr txBox="1"/>
          <p:nvPr/>
        </p:nvSpPr>
        <p:spPr>
          <a:xfrm>
            <a:off x="4961384" y="3230736"/>
            <a:ext cx="2375872" cy="584667"/>
          </a:xfrm>
          <a:prstGeom prst="rect">
            <a:avLst/>
          </a:prstGeom>
          <a:noFill/>
        </p:spPr>
        <p:txBody>
          <a:bodyPr wrap="square">
            <a:noAutofit/>
          </a:bodyPr>
          <a:lstStyle/>
          <a:p>
            <a:r>
              <a:rPr lang="ja-JP" altLang="en-US" sz="2400" b="1" dirty="0">
                <a:latin typeface="+mn-ea"/>
              </a:rPr>
              <a:t>例）</a:t>
            </a:r>
            <a:r>
              <a:rPr lang="en-US" altLang="ja-JP" sz="2400" b="1" dirty="0">
                <a:latin typeface="+mn-ea"/>
              </a:rPr>
              <a:t>ISTJ</a:t>
            </a:r>
            <a:r>
              <a:rPr lang="ja-JP" altLang="en-US" sz="2400" b="1" dirty="0">
                <a:latin typeface="+mn-ea"/>
              </a:rPr>
              <a:t>の特性</a:t>
            </a:r>
            <a:endParaRPr lang="ja-JP" altLang="en-US" sz="2400" dirty="0">
              <a:latin typeface="+mn-ea"/>
            </a:endParaRPr>
          </a:p>
        </p:txBody>
      </p:sp>
      <p:sp>
        <p:nvSpPr>
          <p:cNvPr id="55" name="テキスト ボックス 54">
            <a:extLst>
              <a:ext uri="{FF2B5EF4-FFF2-40B4-BE49-F238E27FC236}">
                <a16:creationId xmlns:a16="http://schemas.microsoft.com/office/drawing/2014/main" id="{CD635783-009E-ED0A-A7EB-8D1B639C2B8C}"/>
              </a:ext>
            </a:extLst>
          </p:cNvPr>
          <p:cNvSpPr txBox="1"/>
          <p:nvPr/>
        </p:nvSpPr>
        <p:spPr>
          <a:xfrm>
            <a:off x="7238715" y="4000565"/>
            <a:ext cx="1319682" cy="1200329"/>
          </a:xfrm>
          <a:prstGeom prst="rect">
            <a:avLst/>
          </a:prstGeom>
          <a:noFill/>
        </p:spPr>
        <p:txBody>
          <a:bodyPr wrap="square">
            <a:noAutofit/>
          </a:bodyPr>
          <a:lstStyle/>
          <a:p>
            <a:pPr marL="182563" indent="-182563">
              <a:lnSpc>
                <a:spcPct val="150000"/>
              </a:lnSpc>
              <a:buFont typeface="Arial" panose="020B0604020202020204" pitchFamily="34" charset="0"/>
              <a:buChar char="•"/>
            </a:pPr>
            <a:r>
              <a:rPr lang="ja-JP" altLang="en-US" sz="2000" b="1" dirty="0">
                <a:latin typeface="+mn-ea"/>
              </a:rPr>
              <a:t>内向型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感覚型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思考型</a:t>
            </a:r>
            <a:endParaRPr lang="en-US" altLang="ja-JP" sz="2000" b="1" dirty="0">
              <a:latin typeface="+mn-ea"/>
            </a:endParaRPr>
          </a:p>
          <a:p>
            <a:pPr marL="182563" indent="-182563">
              <a:lnSpc>
                <a:spcPct val="150000"/>
              </a:lnSpc>
              <a:buFont typeface="Arial" panose="020B0604020202020204" pitchFamily="34" charset="0"/>
              <a:buChar char="•"/>
            </a:pPr>
            <a:r>
              <a:rPr lang="ja-JP" altLang="en-US" sz="2000" b="1" dirty="0">
                <a:latin typeface="+mn-ea"/>
              </a:rPr>
              <a:t>判断型</a:t>
            </a:r>
            <a:endParaRPr lang="ja-JP" altLang="en-US" sz="2000" dirty="0">
              <a:latin typeface="+mn-ea"/>
            </a:endParaRPr>
          </a:p>
        </p:txBody>
      </p:sp>
    </p:spTree>
    <p:extLst>
      <p:ext uri="{BB962C8B-B14F-4D97-AF65-F5344CB8AC3E}">
        <p14:creationId xmlns:p14="http://schemas.microsoft.com/office/powerpoint/2010/main" val="1249547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AB4DB-B51B-C105-0889-F1204D166ED3}"/>
            </a:ext>
          </a:extLst>
        </p:cNvPr>
        <p:cNvGrpSpPr/>
        <p:nvPr/>
      </p:nvGrpSpPr>
      <p:grpSpPr>
        <a:xfrm>
          <a:off x="0" y="0"/>
          <a:ext cx="0" cy="0"/>
          <a:chOff x="0" y="0"/>
          <a:chExt cx="0" cy="0"/>
        </a:xfrm>
      </p:grpSpPr>
      <p:sp>
        <p:nvSpPr>
          <p:cNvPr id="19" name="四角形: 角を丸くする 18">
            <a:extLst>
              <a:ext uri="{FF2B5EF4-FFF2-40B4-BE49-F238E27FC236}">
                <a16:creationId xmlns:a16="http://schemas.microsoft.com/office/drawing/2014/main" id="{104E7EE2-4755-34DF-714D-AE0B145BAB1F}"/>
              </a:ext>
            </a:extLst>
          </p:cNvPr>
          <p:cNvSpPr/>
          <p:nvPr/>
        </p:nvSpPr>
        <p:spPr>
          <a:xfrm>
            <a:off x="5386454" y="3666072"/>
            <a:ext cx="2577900" cy="23505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四角形: 角を丸くする 10">
            <a:extLst>
              <a:ext uri="{FF2B5EF4-FFF2-40B4-BE49-F238E27FC236}">
                <a16:creationId xmlns:a16="http://schemas.microsoft.com/office/drawing/2014/main" id="{7F5079D6-2137-EF2D-2496-55DAE51F90FE}"/>
              </a:ext>
            </a:extLst>
          </p:cNvPr>
          <p:cNvSpPr/>
          <p:nvPr/>
        </p:nvSpPr>
        <p:spPr>
          <a:xfrm>
            <a:off x="1179646" y="3666072"/>
            <a:ext cx="2577900" cy="23505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8" name="スライド番号プレースホルダー 27">
            <a:extLst>
              <a:ext uri="{FF2B5EF4-FFF2-40B4-BE49-F238E27FC236}">
                <a16:creationId xmlns:a16="http://schemas.microsoft.com/office/drawing/2014/main" id="{42E3C430-C609-B4F2-9ECE-8C3172CD0E7B}"/>
              </a:ext>
            </a:extLst>
          </p:cNvPr>
          <p:cNvSpPr>
            <a:spLocks noGrp="1"/>
          </p:cNvSpPr>
          <p:nvPr>
            <p:ph type="sldNum" sz="quarter" idx="12"/>
          </p:nvPr>
        </p:nvSpPr>
        <p:spPr/>
        <p:txBody>
          <a:bodyPr>
            <a:noAutofit/>
          </a:bodyPr>
          <a:lstStyle/>
          <a:p>
            <a:fld id="{18020408-E1FF-429E-A8D5-EB2A190A0D77}" type="slidenum">
              <a:rPr kumimoji="1" lang="ja-JP" altLang="en-US" smtClean="0"/>
              <a:t>8</a:t>
            </a:fld>
            <a:endParaRPr kumimoji="1" lang="ja-JP" altLang="en-US"/>
          </a:p>
        </p:txBody>
      </p:sp>
      <p:sp>
        <p:nvSpPr>
          <p:cNvPr id="5" name="タイトル 4">
            <a:extLst>
              <a:ext uri="{FF2B5EF4-FFF2-40B4-BE49-F238E27FC236}">
                <a16:creationId xmlns:a16="http://schemas.microsoft.com/office/drawing/2014/main" id="{4D940D86-BCB4-D011-D408-4599B1264E70}"/>
              </a:ext>
            </a:extLst>
          </p:cNvPr>
          <p:cNvSpPr>
            <a:spLocks noGrp="1"/>
          </p:cNvSpPr>
          <p:nvPr>
            <p:ph type="title"/>
          </p:nvPr>
        </p:nvSpPr>
        <p:spPr/>
        <p:txBody>
          <a:bodyPr>
            <a:noAutofit/>
          </a:bodyPr>
          <a:lstStyle/>
          <a:p>
            <a:r>
              <a:rPr lang="ja-JP" altLang="en-US" sz="3600" b="1" dirty="0">
                <a:solidFill>
                  <a:schemeClr val="bg1"/>
                </a:solidFill>
                <a:latin typeface="+mn-ea"/>
                <a:ea typeface="+mn-ea"/>
              </a:rPr>
              <a:t>採用する人格</a:t>
            </a:r>
          </a:p>
        </p:txBody>
      </p:sp>
      <p:pic>
        <p:nvPicPr>
          <p:cNvPr id="3" name="図 2">
            <a:extLst>
              <a:ext uri="{FF2B5EF4-FFF2-40B4-BE49-F238E27FC236}">
                <a16:creationId xmlns:a16="http://schemas.microsoft.com/office/drawing/2014/main" id="{D00FDD9F-F945-B55B-774B-2B65938A5E9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759020" y="3759629"/>
            <a:ext cx="1849345" cy="1647316"/>
          </a:xfrm>
          <a:prstGeom prst="rect">
            <a:avLst/>
          </a:prstGeom>
        </p:spPr>
      </p:pic>
      <p:sp>
        <p:nvSpPr>
          <p:cNvPr id="15" name="テキスト ボックス 14">
            <a:extLst>
              <a:ext uri="{FF2B5EF4-FFF2-40B4-BE49-F238E27FC236}">
                <a16:creationId xmlns:a16="http://schemas.microsoft.com/office/drawing/2014/main" id="{AAB2B86B-B534-C4EF-3775-FBBEF0B66620}"/>
              </a:ext>
            </a:extLst>
          </p:cNvPr>
          <p:cNvSpPr txBox="1"/>
          <p:nvPr/>
        </p:nvSpPr>
        <p:spPr>
          <a:xfrm>
            <a:off x="266990" y="1298529"/>
            <a:ext cx="8610017" cy="2208297"/>
          </a:xfrm>
          <a:prstGeom prst="rect">
            <a:avLst/>
          </a:prstGeom>
          <a:noFill/>
        </p:spPr>
        <p:txBody>
          <a:bodyPr wrap="square">
            <a:noAutofit/>
          </a:bodyPr>
          <a:lstStyle/>
          <a:p>
            <a:pPr algn="l" rtl="0" fontAlgn="base">
              <a:lnSpc>
                <a:spcPts val="2400"/>
              </a:lnSpc>
              <a:buNone/>
            </a:pPr>
            <a:r>
              <a:rPr lang="ja-JP" altLang="en-US" sz="2000" b="1" dirty="0">
                <a:solidFill>
                  <a:schemeClr val="accent1"/>
                </a:solidFill>
                <a:latin typeface="Meiryo UI" panose="020B0604030504040204" pitchFamily="50" charset="-128"/>
                <a:ea typeface="Yu Gothic" panose="020B0400000000000000" pitchFamily="50" charset="-128"/>
              </a:rPr>
              <a:t>採用する人格</a:t>
            </a:r>
            <a:endParaRPr lang="en-US" altLang="ja-JP" sz="2000" b="1" dirty="0">
              <a:solidFill>
                <a:schemeClr val="accent1"/>
              </a:solidFill>
              <a:latin typeface="Meiryo UI" panose="020B0604030504040204" pitchFamily="50" charset="-128"/>
              <a:ea typeface="Yu Gothic" panose="020B0400000000000000" pitchFamily="50" charset="-128"/>
            </a:endParaRPr>
          </a:p>
          <a:p>
            <a:pPr marL="342900" indent="-255588" algn="l" rtl="0" fontAlgn="base">
              <a:lnSpc>
                <a:spcPts val="2400"/>
              </a:lnSpc>
              <a:buFont typeface="Arial" panose="020B0604020202020204" pitchFamily="34" charset="0"/>
              <a:buChar char="•"/>
            </a:pPr>
            <a:r>
              <a:rPr lang="en-US" altLang="ja-JP" sz="2000" b="1" i="0" dirty="0">
                <a:effectLst/>
                <a:latin typeface="+mn-ea"/>
              </a:rPr>
              <a:t>MBTI</a:t>
            </a:r>
            <a:r>
              <a:rPr lang="ja-JP" altLang="en-US" sz="2000" b="1" i="0" dirty="0">
                <a:effectLst/>
                <a:latin typeface="+mn-ea"/>
              </a:rPr>
              <a:t>の「</a:t>
            </a:r>
            <a:r>
              <a:rPr lang="en-US" altLang="ja-JP" sz="2000" b="1" i="0" dirty="0">
                <a:effectLst/>
                <a:latin typeface="+mn-ea"/>
              </a:rPr>
              <a:t>ISTJ</a:t>
            </a:r>
            <a:r>
              <a:rPr lang="ja-JP" altLang="en-US" sz="2000" b="1" i="0" dirty="0">
                <a:effectLst/>
                <a:latin typeface="+mn-ea"/>
              </a:rPr>
              <a:t>」</a:t>
            </a:r>
            <a:r>
              <a:rPr lang="ja-JP" altLang="en-US" sz="2000" b="1" dirty="0">
                <a:latin typeface="+mn-ea"/>
              </a:rPr>
              <a:t>と</a:t>
            </a:r>
            <a:r>
              <a:rPr lang="ja-JP" altLang="en-US" sz="2000" b="1" i="0" dirty="0">
                <a:effectLst/>
                <a:latin typeface="+mn-ea"/>
              </a:rPr>
              <a:t>「</a:t>
            </a:r>
            <a:r>
              <a:rPr lang="en-US" altLang="ja-JP" sz="2000" b="1" i="0" dirty="0">
                <a:effectLst/>
                <a:latin typeface="+mn-ea"/>
              </a:rPr>
              <a:t>ENFP</a:t>
            </a:r>
            <a:r>
              <a:rPr lang="ja-JP" altLang="en-US" sz="2000" b="1" i="0" dirty="0">
                <a:effectLst/>
                <a:latin typeface="+mn-ea"/>
              </a:rPr>
              <a:t>」を採用</a:t>
            </a:r>
            <a:endParaRPr lang="en-US" altLang="ja-JP" sz="2000" b="1" i="0" dirty="0">
              <a:solidFill>
                <a:schemeClr val="accent1"/>
              </a:solidFill>
              <a:effectLst/>
              <a:latin typeface="+mn-ea"/>
            </a:endParaRPr>
          </a:p>
          <a:p>
            <a:pPr marL="342900" indent="-255588" algn="l" rtl="0" fontAlgn="base">
              <a:lnSpc>
                <a:spcPts val="2400"/>
              </a:lnSpc>
              <a:buFont typeface="Arial" panose="020B0604020202020204" pitchFamily="34" charset="0"/>
              <a:buChar char="•"/>
            </a:pPr>
            <a:r>
              <a:rPr lang="en-US" altLang="ja-JP" sz="2000" b="1" i="0" dirty="0">
                <a:effectLst/>
                <a:latin typeface="+mn-ea"/>
              </a:rPr>
              <a:t>GPT-5</a:t>
            </a:r>
            <a:r>
              <a:rPr lang="ja-JP" altLang="en-US" sz="2000" b="1" dirty="0">
                <a:latin typeface="+mn-ea"/>
              </a:rPr>
              <a:t>で人格付与</a:t>
            </a:r>
            <a:endParaRPr lang="en-US" altLang="ja-JP" sz="2000" b="1" dirty="0">
              <a:latin typeface="+mn-ea"/>
            </a:endParaRPr>
          </a:p>
          <a:p>
            <a:pPr marL="342900" indent="-255588" algn="l" rtl="0" fontAlgn="base">
              <a:lnSpc>
                <a:spcPts val="2400"/>
              </a:lnSpc>
              <a:buFont typeface="Arial" panose="020B0604020202020204" pitchFamily="34" charset="0"/>
              <a:buChar char="•"/>
            </a:pPr>
            <a:r>
              <a:rPr lang="ja-JP" altLang="en-US" sz="2000" b="1" dirty="0">
                <a:latin typeface="+mn-ea"/>
              </a:rPr>
              <a:t>人格特性は口調で表現</a:t>
            </a:r>
            <a:endParaRPr lang="en-US" altLang="ja-JP" sz="2000" b="1" dirty="0">
              <a:latin typeface="+mn-ea"/>
            </a:endParaRPr>
          </a:p>
          <a:p>
            <a:pPr marL="342900" indent="-255588" algn="l" rtl="0" fontAlgn="base">
              <a:lnSpc>
                <a:spcPts val="2400"/>
              </a:lnSpc>
              <a:buFont typeface="Arial" panose="020B0604020202020204" pitchFamily="34" charset="0"/>
              <a:buChar char="•"/>
            </a:pPr>
            <a:r>
              <a:rPr lang="ja-JP" altLang="en-US" sz="2000" b="1" dirty="0">
                <a:solidFill>
                  <a:srgbClr val="000000"/>
                </a:solidFill>
                <a:latin typeface="Meiryo UI" panose="020B0604030504040204" pitchFamily="50" charset="-128"/>
                <a:ea typeface="Yu Gothic" panose="020B0400000000000000" pitchFamily="50" charset="-128"/>
              </a:rPr>
              <a:t>人格付与には</a:t>
            </a:r>
            <a:r>
              <a:rPr lang="en-US" altLang="ja-JP" sz="2000" b="1" dirty="0">
                <a:solidFill>
                  <a:srgbClr val="000000"/>
                </a:solidFill>
                <a:latin typeface="+mn-ea"/>
              </a:rPr>
              <a:t>Besta</a:t>
            </a:r>
            <a:r>
              <a:rPr lang="en-US" altLang="ja-JP" sz="2000" b="1" i="0" dirty="0">
                <a:solidFill>
                  <a:srgbClr val="000000"/>
                </a:solidFill>
                <a:effectLst/>
                <a:latin typeface="+mn-ea"/>
              </a:rPr>
              <a:t>​</a:t>
            </a:r>
            <a:r>
              <a:rPr lang="ja-JP" altLang="en-US" sz="2000" b="1" i="0" dirty="0">
                <a:solidFill>
                  <a:srgbClr val="000000"/>
                </a:solidFill>
                <a:effectLst/>
                <a:latin typeface="+mn-ea"/>
              </a:rPr>
              <a:t>らのプロンプト</a:t>
            </a:r>
            <a:r>
              <a:rPr lang="en-US" altLang="ja-JP" sz="2000" b="1" i="0" dirty="0">
                <a:solidFill>
                  <a:srgbClr val="000000"/>
                </a:solidFill>
                <a:effectLst/>
                <a:latin typeface="+mn-ea"/>
              </a:rPr>
              <a:t>[Besta</a:t>
            </a:r>
            <a:r>
              <a:rPr lang="ja-JP" altLang="en-US" sz="2000" b="1" i="0" dirty="0">
                <a:solidFill>
                  <a:srgbClr val="000000"/>
                </a:solidFill>
                <a:effectLst/>
                <a:latin typeface="+mn-ea"/>
              </a:rPr>
              <a:t>ら </a:t>
            </a:r>
            <a:r>
              <a:rPr lang="en-US" altLang="ja-JP" sz="2000" b="1" dirty="0">
                <a:solidFill>
                  <a:srgbClr val="000000"/>
                </a:solidFill>
                <a:latin typeface="+mn-ea"/>
              </a:rPr>
              <a:t>’</a:t>
            </a:r>
            <a:r>
              <a:rPr lang="en-US" altLang="ja-JP" sz="2000" b="1" i="0" dirty="0">
                <a:solidFill>
                  <a:srgbClr val="000000"/>
                </a:solidFill>
                <a:effectLst/>
                <a:latin typeface="+mn-ea"/>
              </a:rPr>
              <a:t>25]</a:t>
            </a:r>
            <a:r>
              <a:rPr lang="ja-JP" altLang="en-US" sz="2000" b="1" i="0" dirty="0">
                <a:solidFill>
                  <a:srgbClr val="000000"/>
                </a:solidFill>
                <a:effectLst/>
                <a:latin typeface="+mn-ea"/>
              </a:rPr>
              <a:t>を参考</a:t>
            </a:r>
            <a:endParaRPr lang="en-US" altLang="ja-JP" sz="2000" b="1" i="0" dirty="0">
              <a:solidFill>
                <a:srgbClr val="000000"/>
              </a:solidFill>
              <a:effectLst/>
              <a:latin typeface="+mn-ea"/>
            </a:endParaRPr>
          </a:p>
          <a:p>
            <a:pPr fontAlgn="base">
              <a:lnSpc>
                <a:spcPts val="2400"/>
              </a:lnSpc>
            </a:pPr>
            <a:endParaRPr lang="en-US" altLang="ja-JP" sz="2000" b="1" dirty="0">
              <a:solidFill>
                <a:srgbClr val="000000"/>
              </a:solidFill>
              <a:latin typeface="+mn-ea"/>
            </a:endParaRPr>
          </a:p>
          <a:p>
            <a:pPr fontAlgn="base">
              <a:lnSpc>
                <a:spcPts val="2400"/>
              </a:lnSpc>
            </a:pPr>
            <a:r>
              <a:rPr lang="ja-JP" altLang="en-US" sz="2000" b="1" i="0" dirty="0">
                <a:solidFill>
                  <a:schemeClr val="accent1"/>
                </a:solidFill>
                <a:effectLst/>
                <a:latin typeface="+mn-ea"/>
              </a:rPr>
              <a:t>人格特性</a:t>
            </a:r>
            <a:endParaRPr lang="en-US" altLang="ja-JP" sz="2000" b="1" i="0" dirty="0">
              <a:solidFill>
                <a:schemeClr val="accent1"/>
              </a:solidFill>
              <a:effectLst/>
              <a:latin typeface="+mn-ea"/>
            </a:endParaRPr>
          </a:p>
          <a:p>
            <a:pPr algn="l" rtl="0" fontAlgn="base">
              <a:lnSpc>
                <a:spcPts val="2100"/>
              </a:lnSpc>
              <a:buNone/>
            </a:pPr>
            <a:endParaRPr lang="en-US" altLang="ja-JP" b="0" i="0" dirty="0">
              <a:solidFill>
                <a:srgbClr val="000000"/>
              </a:solidFill>
              <a:effectLst/>
              <a:latin typeface="+mn-ea"/>
            </a:endParaRPr>
          </a:p>
        </p:txBody>
      </p:sp>
      <p:pic>
        <p:nvPicPr>
          <p:cNvPr id="6" name="図 5">
            <a:extLst>
              <a:ext uri="{FF2B5EF4-FFF2-40B4-BE49-F238E27FC236}">
                <a16:creationId xmlns:a16="http://schemas.microsoft.com/office/drawing/2014/main" id="{9C6F0F0C-B0B1-4EE6-DF12-75D24C30D6B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523473" y="3768413"/>
            <a:ext cx="2057344" cy="1692229"/>
          </a:xfrm>
          <a:prstGeom prst="rect">
            <a:avLst/>
          </a:prstGeom>
        </p:spPr>
      </p:pic>
      <p:sp>
        <p:nvSpPr>
          <p:cNvPr id="8" name="テキスト ボックス 7">
            <a:extLst>
              <a:ext uri="{FF2B5EF4-FFF2-40B4-BE49-F238E27FC236}">
                <a16:creationId xmlns:a16="http://schemas.microsoft.com/office/drawing/2014/main" id="{621EF1F5-3BBF-6FB7-8311-64FB58E9897B}"/>
              </a:ext>
            </a:extLst>
          </p:cNvPr>
          <p:cNvSpPr txBox="1"/>
          <p:nvPr/>
        </p:nvSpPr>
        <p:spPr>
          <a:xfrm>
            <a:off x="1488518" y="5515016"/>
            <a:ext cx="1924777" cy="369332"/>
          </a:xfrm>
          <a:prstGeom prst="rect">
            <a:avLst/>
          </a:prstGeom>
          <a:noFill/>
        </p:spPr>
        <p:txBody>
          <a:bodyPr wrap="square">
            <a:noAutofit/>
          </a:bodyPr>
          <a:lstStyle/>
          <a:p>
            <a:r>
              <a:rPr lang="ja-JP" altLang="en-US" b="1" dirty="0">
                <a:solidFill>
                  <a:srgbClr val="000000"/>
                </a:solidFill>
                <a:latin typeface="Meiryo UI" panose="020B0604030504040204" pitchFamily="50" charset="-128"/>
                <a:ea typeface="Yu Gothic" panose="020B0400000000000000" pitchFamily="50" charset="-128"/>
              </a:rPr>
              <a:t>論理的，内向的</a:t>
            </a:r>
            <a:endParaRPr lang="ja-JP" altLang="en-US" dirty="0"/>
          </a:p>
        </p:txBody>
      </p:sp>
      <p:sp>
        <p:nvSpPr>
          <p:cNvPr id="10" name="テキスト ボックス 9">
            <a:extLst>
              <a:ext uri="{FF2B5EF4-FFF2-40B4-BE49-F238E27FC236}">
                <a16:creationId xmlns:a16="http://schemas.microsoft.com/office/drawing/2014/main" id="{915DAA42-6F24-BCD8-B52F-29BABA81D2E7}"/>
              </a:ext>
            </a:extLst>
          </p:cNvPr>
          <p:cNvSpPr txBox="1"/>
          <p:nvPr/>
        </p:nvSpPr>
        <p:spPr>
          <a:xfrm>
            <a:off x="5739428" y="5488261"/>
            <a:ext cx="1841015" cy="369332"/>
          </a:xfrm>
          <a:prstGeom prst="rect">
            <a:avLst/>
          </a:prstGeom>
          <a:noFill/>
        </p:spPr>
        <p:txBody>
          <a:bodyPr wrap="square">
            <a:noAutofit/>
          </a:bodyPr>
          <a:lstStyle/>
          <a:p>
            <a:r>
              <a:rPr lang="ja-JP" altLang="en-US" b="1" dirty="0">
                <a:solidFill>
                  <a:srgbClr val="000000"/>
                </a:solidFill>
                <a:latin typeface="Meiryo UI" panose="020B0604030504040204" pitchFamily="50" charset="-128"/>
                <a:ea typeface="Yu Gothic" panose="020B0400000000000000" pitchFamily="50" charset="-128"/>
              </a:rPr>
              <a:t>感情的，外交的</a:t>
            </a:r>
            <a:endParaRPr lang="ja-JP" altLang="en-US" dirty="0"/>
          </a:p>
        </p:txBody>
      </p:sp>
      <p:sp>
        <p:nvSpPr>
          <p:cNvPr id="18" name="テキスト ボックス 17">
            <a:extLst>
              <a:ext uri="{FF2B5EF4-FFF2-40B4-BE49-F238E27FC236}">
                <a16:creationId xmlns:a16="http://schemas.microsoft.com/office/drawing/2014/main" id="{DFF79A9D-5A83-30A3-9503-888EF5B00A34}"/>
              </a:ext>
            </a:extLst>
          </p:cNvPr>
          <p:cNvSpPr txBox="1"/>
          <p:nvPr/>
        </p:nvSpPr>
        <p:spPr>
          <a:xfrm>
            <a:off x="1551235" y="3471908"/>
            <a:ext cx="795343" cy="261780"/>
          </a:xfrm>
          <a:prstGeom prst="rect">
            <a:avLst/>
          </a:prstGeom>
          <a:solidFill>
            <a:schemeClr val="bg1"/>
          </a:solidFill>
        </p:spPr>
        <p:txBody>
          <a:bodyPr wrap="square">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ja-JP" sz="1800" b="1" i="0" u="none" strike="noStrike" cap="none" normalizeH="0" baseline="0" dirty="0">
                <a:ln>
                  <a:noFill/>
                </a:ln>
                <a:solidFill>
                  <a:schemeClr val="accent1"/>
                </a:solidFill>
                <a:effectLst/>
                <a:latin typeface="+mn-ea"/>
              </a:rPr>
              <a:t>ISTJ</a:t>
            </a:r>
            <a:endParaRPr kumimoji="0" lang="ja-JP" altLang="en-US" sz="1800" b="1" i="0" u="none" strike="noStrike" cap="none" normalizeH="0" baseline="0" dirty="0">
              <a:ln>
                <a:noFill/>
              </a:ln>
              <a:solidFill>
                <a:schemeClr val="accent1"/>
              </a:solidFill>
              <a:effectLst/>
              <a:latin typeface="+mn-ea"/>
            </a:endParaRPr>
          </a:p>
        </p:txBody>
      </p:sp>
      <p:sp>
        <p:nvSpPr>
          <p:cNvPr id="24" name="テキスト ボックス 23">
            <a:extLst>
              <a:ext uri="{FF2B5EF4-FFF2-40B4-BE49-F238E27FC236}">
                <a16:creationId xmlns:a16="http://schemas.microsoft.com/office/drawing/2014/main" id="{E02BB9F8-BFC2-D48A-DEDB-CB1D7EA74EFF}"/>
              </a:ext>
            </a:extLst>
          </p:cNvPr>
          <p:cNvSpPr txBox="1"/>
          <p:nvPr/>
        </p:nvSpPr>
        <p:spPr>
          <a:xfrm>
            <a:off x="5739428" y="3471908"/>
            <a:ext cx="856973" cy="261780"/>
          </a:xfrm>
          <a:prstGeom prst="rect">
            <a:avLst/>
          </a:prstGeom>
          <a:solidFill>
            <a:schemeClr val="bg1"/>
          </a:solidFill>
        </p:spPr>
        <p:txBody>
          <a:bodyPr wrap="square">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ja-JP" b="1" dirty="0">
                <a:solidFill>
                  <a:schemeClr val="accent1"/>
                </a:solidFill>
                <a:latin typeface="+mn-ea"/>
              </a:rPr>
              <a:t>ENFP</a:t>
            </a:r>
            <a:endParaRPr kumimoji="0" lang="ja-JP" altLang="en-US" sz="1800" b="1" i="0" u="none" strike="noStrike" cap="none" normalizeH="0" baseline="0" dirty="0">
              <a:ln>
                <a:noFill/>
              </a:ln>
              <a:solidFill>
                <a:schemeClr val="accent1"/>
              </a:solidFill>
              <a:effectLst/>
              <a:latin typeface="+mn-ea"/>
            </a:endParaRPr>
          </a:p>
        </p:txBody>
      </p:sp>
      <p:sp>
        <p:nvSpPr>
          <p:cNvPr id="25" name="矢印: 左右 24">
            <a:extLst>
              <a:ext uri="{FF2B5EF4-FFF2-40B4-BE49-F238E27FC236}">
                <a16:creationId xmlns:a16="http://schemas.microsoft.com/office/drawing/2014/main" id="{3D2AA555-B0DF-5E6A-1670-60DDD82D081C}"/>
              </a:ext>
            </a:extLst>
          </p:cNvPr>
          <p:cNvSpPr/>
          <p:nvPr/>
        </p:nvSpPr>
        <p:spPr>
          <a:xfrm>
            <a:off x="3811162" y="4341403"/>
            <a:ext cx="1521675" cy="850170"/>
          </a:xfrm>
          <a:prstGeom prst="lef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defTabSz="914400" eaLnBrk="0" fontAlgn="base" hangingPunct="0">
              <a:spcBef>
                <a:spcPct val="0"/>
              </a:spcBef>
              <a:spcAft>
                <a:spcPct val="0"/>
              </a:spcAft>
            </a:pPr>
            <a:r>
              <a:rPr lang="ja-JP" altLang="en-US" b="1" dirty="0">
                <a:solidFill>
                  <a:schemeClr val="bg1"/>
                </a:solidFill>
                <a:latin typeface="+mn-ea"/>
              </a:rPr>
              <a:t>対極</a:t>
            </a:r>
          </a:p>
        </p:txBody>
      </p:sp>
    </p:spTree>
    <p:extLst>
      <p:ext uri="{BB962C8B-B14F-4D97-AF65-F5344CB8AC3E}">
        <p14:creationId xmlns:p14="http://schemas.microsoft.com/office/powerpoint/2010/main" val="180818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35D78-D17F-E3BF-0A88-BDCF0B81CE98}"/>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FE2E84AF-F482-BA63-79B8-5C9F052DAE83}"/>
              </a:ext>
            </a:extLst>
          </p:cNvPr>
          <p:cNvSpPr>
            <a:spLocks noGrp="1"/>
          </p:cNvSpPr>
          <p:nvPr>
            <p:ph type="sldNum" sz="quarter" idx="12"/>
          </p:nvPr>
        </p:nvSpPr>
        <p:spPr/>
        <p:txBody>
          <a:bodyPr>
            <a:noAutofit/>
          </a:bodyPr>
          <a:lstStyle/>
          <a:p>
            <a:fld id="{18020408-E1FF-429E-A8D5-EB2A190A0D77}" type="slidenum">
              <a:rPr kumimoji="1" lang="ja-JP" altLang="en-US" smtClean="0"/>
              <a:t>9</a:t>
            </a:fld>
            <a:endParaRPr kumimoji="1" lang="ja-JP" altLang="en-US"/>
          </a:p>
        </p:txBody>
      </p:sp>
      <p:sp>
        <p:nvSpPr>
          <p:cNvPr id="5" name="タイトル 4">
            <a:extLst>
              <a:ext uri="{FF2B5EF4-FFF2-40B4-BE49-F238E27FC236}">
                <a16:creationId xmlns:a16="http://schemas.microsoft.com/office/drawing/2014/main" id="{86521B76-376F-2D25-9290-026F4B0F455F}"/>
              </a:ext>
            </a:extLst>
          </p:cNvPr>
          <p:cNvSpPr>
            <a:spLocks noGrp="1"/>
          </p:cNvSpPr>
          <p:nvPr>
            <p:ph type="title"/>
          </p:nvPr>
        </p:nvSpPr>
        <p:spPr/>
        <p:txBody>
          <a:bodyPr>
            <a:noAutofit/>
          </a:bodyPr>
          <a:lstStyle/>
          <a:p>
            <a:r>
              <a:rPr lang="ja-JP" altLang="en-US" sz="3600" b="1" dirty="0">
                <a:solidFill>
                  <a:schemeClr val="bg1"/>
                </a:solidFill>
                <a:latin typeface="+mn-ea"/>
                <a:ea typeface="+mn-ea"/>
              </a:rPr>
              <a:t>人格付与方法</a:t>
            </a:r>
          </a:p>
        </p:txBody>
      </p:sp>
      <p:sp>
        <p:nvSpPr>
          <p:cNvPr id="15" name="テキスト ボックス 14">
            <a:extLst>
              <a:ext uri="{FF2B5EF4-FFF2-40B4-BE49-F238E27FC236}">
                <a16:creationId xmlns:a16="http://schemas.microsoft.com/office/drawing/2014/main" id="{D350B093-107A-8489-2D27-9CBAA81668FA}"/>
              </a:ext>
            </a:extLst>
          </p:cNvPr>
          <p:cNvSpPr txBox="1"/>
          <p:nvPr/>
        </p:nvSpPr>
        <p:spPr>
          <a:xfrm>
            <a:off x="164578" y="1161238"/>
            <a:ext cx="8814844" cy="5696762"/>
          </a:xfrm>
          <a:prstGeom prst="rect">
            <a:avLst/>
          </a:prstGeom>
          <a:noFill/>
        </p:spPr>
        <p:txBody>
          <a:bodyPr wrap="square">
            <a:noAutofit/>
          </a:bodyPr>
          <a:lstStyle/>
          <a:p>
            <a:pPr fontAlgn="base">
              <a:lnSpc>
                <a:spcPts val="2400"/>
              </a:lnSpc>
            </a:pPr>
            <a:r>
              <a:rPr lang="ja-JP" altLang="en-US" sz="2000" b="1" dirty="0">
                <a:solidFill>
                  <a:schemeClr val="accent1"/>
                </a:solidFill>
                <a:latin typeface="+mn-ea"/>
              </a:rPr>
              <a:t>人格付与プロンプトの内容</a:t>
            </a:r>
            <a:endParaRPr lang="en-US" altLang="ja-JP" sz="2000" b="1" dirty="0">
              <a:solidFill>
                <a:schemeClr val="accent1"/>
              </a:solidFill>
              <a:latin typeface="+mn-ea"/>
            </a:endParaRPr>
          </a:p>
          <a:p>
            <a:pPr marL="266700" indent="-174625" fontAlgn="base">
              <a:lnSpc>
                <a:spcPts val="2400"/>
              </a:lnSpc>
              <a:spcBef>
                <a:spcPts val="300"/>
              </a:spcBef>
              <a:buFont typeface="Arial" panose="020B0604020202020204" pitchFamily="34" charset="0"/>
              <a:buChar char="•"/>
            </a:pPr>
            <a:r>
              <a:rPr lang="en-US" altLang="ja-JP" b="1" dirty="0">
                <a:solidFill>
                  <a:srgbClr val="000000"/>
                </a:solidFill>
                <a:latin typeface="+mn-ea"/>
              </a:rPr>
              <a:t>Besta​</a:t>
            </a:r>
            <a:r>
              <a:rPr lang="ja-JP" altLang="en-US" b="1" dirty="0">
                <a:solidFill>
                  <a:srgbClr val="000000"/>
                </a:solidFill>
                <a:latin typeface="+mn-ea"/>
              </a:rPr>
              <a:t>らのプロンプト</a:t>
            </a:r>
            <a:r>
              <a:rPr lang="en-US" altLang="ja-JP" b="1" dirty="0">
                <a:solidFill>
                  <a:srgbClr val="000000"/>
                </a:solidFill>
                <a:latin typeface="+mn-ea"/>
              </a:rPr>
              <a:t>[Besta</a:t>
            </a:r>
            <a:r>
              <a:rPr lang="ja-JP" altLang="en-US" b="1" dirty="0">
                <a:solidFill>
                  <a:srgbClr val="000000"/>
                </a:solidFill>
                <a:latin typeface="+mn-ea"/>
              </a:rPr>
              <a:t>ら </a:t>
            </a:r>
            <a:r>
              <a:rPr lang="en-US" altLang="ja-JP" b="1" dirty="0">
                <a:solidFill>
                  <a:srgbClr val="000000"/>
                </a:solidFill>
                <a:latin typeface="+mn-ea"/>
              </a:rPr>
              <a:t>’25]</a:t>
            </a:r>
            <a:r>
              <a:rPr lang="ja-JP" altLang="en-US" b="1" dirty="0">
                <a:solidFill>
                  <a:srgbClr val="000000"/>
                </a:solidFill>
                <a:latin typeface="+mn-ea"/>
              </a:rPr>
              <a:t>を参考</a:t>
            </a:r>
            <a:endParaRPr lang="en-US" altLang="ja-JP" b="1" dirty="0">
              <a:solidFill>
                <a:srgbClr val="000000"/>
              </a:solidFill>
              <a:latin typeface="+mn-ea"/>
            </a:endParaRPr>
          </a:p>
          <a:p>
            <a:pPr marL="266700" indent="-174625" fontAlgn="base">
              <a:lnSpc>
                <a:spcPts val="2400"/>
              </a:lnSpc>
              <a:spcBef>
                <a:spcPts val="300"/>
              </a:spcBef>
              <a:buFont typeface="Arial" panose="020B0604020202020204" pitchFamily="34" charset="0"/>
              <a:buChar char="•"/>
            </a:pPr>
            <a:r>
              <a:rPr lang="en-US" altLang="ja-JP" b="1" i="0" dirty="0">
                <a:solidFill>
                  <a:srgbClr val="000000"/>
                </a:solidFill>
                <a:effectLst/>
                <a:latin typeface="+mn-ea"/>
              </a:rPr>
              <a:t>MBTI</a:t>
            </a:r>
            <a:r>
              <a:rPr lang="ja-JP" altLang="en-US" b="1" dirty="0">
                <a:solidFill>
                  <a:srgbClr val="000000"/>
                </a:solidFill>
                <a:latin typeface="+mn-ea"/>
              </a:rPr>
              <a:t>の人格名は指定しない</a:t>
            </a:r>
            <a:endParaRPr lang="en-US" altLang="ja-JP" b="1" i="0" dirty="0">
              <a:solidFill>
                <a:srgbClr val="000000"/>
              </a:solidFill>
              <a:effectLst/>
              <a:latin typeface="+mn-ea"/>
            </a:endParaRPr>
          </a:p>
          <a:p>
            <a:pPr marL="266700" indent="-174625"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人格付与には英文プロンプトを使用</a:t>
            </a:r>
            <a:endParaRPr lang="en-US" altLang="ja-JP" b="1" dirty="0">
              <a:solidFill>
                <a:srgbClr val="000000"/>
              </a:solidFill>
              <a:latin typeface="+mn-ea"/>
            </a:endParaRPr>
          </a:p>
          <a:p>
            <a:pPr marL="539750" lvl="1" indent="-182563"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入出力はユーザには秘匿</a:t>
            </a:r>
            <a:endParaRPr lang="en-US" altLang="ja-JP" b="1" i="0" dirty="0">
              <a:solidFill>
                <a:srgbClr val="000000"/>
              </a:solidFill>
              <a:effectLst/>
              <a:latin typeface="+mn-ea"/>
            </a:endParaRPr>
          </a:p>
          <a:p>
            <a:pPr marL="539750" lvl="1" indent="-182563" fontAlgn="base">
              <a:lnSpc>
                <a:spcPts val="2400"/>
              </a:lnSpc>
              <a:spcBef>
                <a:spcPts val="300"/>
              </a:spcBef>
              <a:buFont typeface="Arial" panose="020B0604020202020204" pitchFamily="34" charset="0"/>
              <a:buChar char="•"/>
            </a:pPr>
            <a:r>
              <a:rPr lang="ja-JP" altLang="en-US" b="1" dirty="0">
                <a:solidFill>
                  <a:srgbClr val="000000"/>
                </a:solidFill>
                <a:latin typeface="+mn-ea"/>
              </a:rPr>
              <a:t>その後のやりとりは和文</a:t>
            </a:r>
          </a:p>
          <a:p>
            <a:pPr marL="266700" indent="-174625" fontAlgn="base">
              <a:lnSpc>
                <a:spcPts val="2400"/>
              </a:lnSpc>
              <a:spcBef>
                <a:spcPts val="300"/>
              </a:spcBef>
              <a:buFont typeface="Arial" panose="020B0604020202020204" pitchFamily="34" charset="0"/>
              <a:buChar char="•"/>
            </a:pPr>
            <a:r>
              <a:rPr lang="ja-JP" altLang="en-US" b="1" i="0" dirty="0">
                <a:solidFill>
                  <a:srgbClr val="000000"/>
                </a:solidFill>
                <a:effectLst/>
                <a:latin typeface="+mn-ea"/>
              </a:rPr>
              <a:t>付与する</a:t>
            </a:r>
            <a:r>
              <a:rPr lang="en-US" altLang="ja-JP" b="1" i="0" dirty="0">
                <a:solidFill>
                  <a:srgbClr val="000000"/>
                </a:solidFill>
                <a:effectLst/>
                <a:latin typeface="+mn-ea"/>
              </a:rPr>
              <a:t>MBTI</a:t>
            </a:r>
            <a:r>
              <a:rPr lang="ja-JP" altLang="en-US" b="1" i="0" dirty="0">
                <a:solidFill>
                  <a:srgbClr val="000000"/>
                </a:solidFill>
                <a:effectLst/>
                <a:latin typeface="+mn-ea"/>
              </a:rPr>
              <a:t>タイプの</a:t>
            </a:r>
            <a:r>
              <a:rPr lang="ja-JP" altLang="en-US" b="1" dirty="0">
                <a:solidFill>
                  <a:srgbClr val="FF0000"/>
                </a:solidFill>
                <a:latin typeface="+mn-ea"/>
              </a:rPr>
              <a:t>心理的特徴</a:t>
            </a:r>
            <a:r>
              <a:rPr lang="ja-JP" altLang="en-US" b="1" dirty="0">
                <a:latin typeface="+mn-ea"/>
              </a:rPr>
              <a:t>を記述</a:t>
            </a:r>
            <a:endParaRPr lang="en-US" altLang="ja-JP" b="1" dirty="0">
              <a:latin typeface="+mn-ea"/>
            </a:endParaRPr>
          </a:p>
          <a:p>
            <a:pPr marL="539750" indent="-182563" fontAlgn="base">
              <a:lnSpc>
                <a:spcPts val="2400"/>
              </a:lnSpc>
              <a:spcBef>
                <a:spcPts val="300"/>
              </a:spcBef>
              <a:buFont typeface="Arial" panose="020B0604020202020204" pitchFamily="34" charset="0"/>
              <a:buChar char="•"/>
            </a:pPr>
            <a:r>
              <a:rPr lang="ja-JP" altLang="en-US" b="1" dirty="0"/>
              <a:t>一般的な特徴 </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コミュニケーションスタイル</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リーダーシップと管理スタイル</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問題解決アプローチ</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対人関係</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変化とストレスへの対処</a:t>
            </a:r>
            <a:endParaRPr lang="en-US" altLang="ja-JP" b="1" dirty="0"/>
          </a:p>
          <a:p>
            <a:pPr marL="539750" indent="-182563" fontAlgn="base">
              <a:lnSpc>
                <a:spcPts val="2400"/>
              </a:lnSpc>
              <a:spcBef>
                <a:spcPts val="300"/>
              </a:spcBef>
              <a:buFont typeface="Arial" panose="020B0604020202020204" pitchFamily="34" charset="0"/>
              <a:buChar char="•"/>
            </a:pPr>
            <a:r>
              <a:rPr lang="ja-JP" altLang="en-US" b="1" dirty="0"/>
              <a:t>振る舞いや傾向</a:t>
            </a:r>
            <a:endParaRPr lang="en-US" altLang="ja-JP" b="1" i="0" dirty="0">
              <a:solidFill>
                <a:srgbClr val="000000"/>
              </a:solidFill>
              <a:effectLst/>
              <a:latin typeface="+mn-ea"/>
            </a:endParaRPr>
          </a:p>
        </p:txBody>
      </p:sp>
      <p:sp>
        <p:nvSpPr>
          <p:cNvPr id="6" name="四角形: 角を丸くする 5">
            <a:extLst>
              <a:ext uri="{FF2B5EF4-FFF2-40B4-BE49-F238E27FC236}">
                <a16:creationId xmlns:a16="http://schemas.microsoft.com/office/drawing/2014/main" id="{FC078B06-8A58-7DE6-1AB6-973FD557F1DA}"/>
              </a:ext>
            </a:extLst>
          </p:cNvPr>
          <p:cNvSpPr/>
          <p:nvPr/>
        </p:nvSpPr>
        <p:spPr>
          <a:xfrm>
            <a:off x="5438692" y="1423283"/>
            <a:ext cx="3196425" cy="4984471"/>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FC60B1BC-DE47-7372-8F96-5CD7CD5E3CAF}"/>
              </a:ext>
            </a:extLst>
          </p:cNvPr>
          <p:cNvSpPr txBox="1"/>
          <p:nvPr/>
        </p:nvSpPr>
        <p:spPr>
          <a:xfrm>
            <a:off x="6097992" y="1258017"/>
            <a:ext cx="1887613" cy="369332"/>
          </a:xfrm>
          <a:prstGeom prst="rect">
            <a:avLst/>
          </a:prstGeom>
          <a:solidFill>
            <a:schemeClr val="bg1"/>
          </a:solidFill>
        </p:spPr>
        <p:txBody>
          <a:bodyPr wrap="square">
            <a:noAutofit/>
          </a:bodyPr>
          <a:lstStyle/>
          <a:p>
            <a:r>
              <a:rPr lang="ja-JP" altLang="en-US" b="1" dirty="0">
                <a:solidFill>
                  <a:schemeClr val="accent1"/>
                </a:solidFill>
              </a:rPr>
              <a:t>人格付与の流れ</a:t>
            </a:r>
            <a:endParaRPr lang="ja-JP" altLang="en-US" dirty="0"/>
          </a:p>
        </p:txBody>
      </p:sp>
      <p:sp>
        <p:nvSpPr>
          <p:cNvPr id="20" name="矢印: 右 19">
            <a:extLst>
              <a:ext uri="{FF2B5EF4-FFF2-40B4-BE49-F238E27FC236}">
                <a16:creationId xmlns:a16="http://schemas.microsoft.com/office/drawing/2014/main" id="{2E94398B-D64F-179D-1B6F-B1628F504B3B}"/>
              </a:ext>
            </a:extLst>
          </p:cNvPr>
          <p:cNvSpPr/>
          <p:nvPr/>
        </p:nvSpPr>
        <p:spPr>
          <a:xfrm rot="5400000">
            <a:off x="6852584" y="2961698"/>
            <a:ext cx="335898" cy="435608"/>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grpSp>
        <p:nvGrpSpPr>
          <p:cNvPr id="3" name="グループ化 2">
            <a:extLst>
              <a:ext uri="{FF2B5EF4-FFF2-40B4-BE49-F238E27FC236}">
                <a16:creationId xmlns:a16="http://schemas.microsoft.com/office/drawing/2014/main" id="{A6835F9D-C102-79B3-1A11-25B2DBA0027E}"/>
              </a:ext>
            </a:extLst>
          </p:cNvPr>
          <p:cNvGrpSpPr/>
          <p:nvPr/>
        </p:nvGrpSpPr>
        <p:grpSpPr>
          <a:xfrm>
            <a:off x="6600813" y="3417743"/>
            <a:ext cx="978395" cy="1247814"/>
            <a:chOff x="6257833" y="3692940"/>
            <a:chExt cx="959757" cy="1247814"/>
          </a:xfrm>
        </p:grpSpPr>
        <p:pic>
          <p:nvPicPr>
            <p:cNvPr id="19" name="Picture 2" descr="アイコン&#10;&#10;自動的に生成された説明">
              <a:extLst>
                <a:ext uri="{FF2B5EF4-FFF2-40B4-BE49-F238E27FC236}">
                  <a16:creationId xmlns:a16="http://schemas.microsoft.com/office/drawing/2014/main" id="{3987AB32-1997-8E37-DCD1-78A9F7F0D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9472" y="3692940"/>
              <a:ext cx="797128" cy="797128"/>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B0F67273-5506-9194-A637-D6AB12B8FB48}"/>
                </a:ext>
              </a:extLst>
            </p:cNvPr>
            <p:cNvSpPr txBox="1"/>
            <p:nvPr/>
          </p:nvSpPr>
          <p:spPr>
            <a:xfrm>
              <a:off x="6257833" y="4571422"/>
              <a:ext cx="959757" cy="369332"/>
            </a:xfrm>
            <a:prstGeom prst="rect">
              <a:avLst/>
            </a:prstGeom>
            <a:noFill/>
          </p:spPr>
          <p:txBody>
            <a:bodyPr wrap="square">
              <a:noAutofit/>
            </a:bodyPr>
            <a:lstStyle/>
            <a:p>
              <a:r>
                <a:rPr kumimoji="1" lang="en-US" altLang="ja-JP" sz="1600" b="1" dirty="0">
                  <a:latin typeface="+mn-ea"/>
                </a:rPr>
                <a:t>GPT-5</a:t>
              </a:r>
              <a:r>
                <a:rPr kumimoji="1" lang="en-US" altLang="ja-JP" sz="1800" b="1" dirty="0">
                  <a:latin typeface="+mn-ea"/>
                </a:rPr>
                <a:t> </a:t>
              </a:r>
              <a:endParaRPr lang="ja-JP" altLang="en-US" sz="1800" dirty="0"/>
            </a:p>
          </p:txBody>
        </p:sp>
      </p:grpSp>
      <p:grpSp>
        <p:nvGrpSpPr>
          <p:cNvPr id="2" name="グループ化 1">
            <a:extLst>
              <a:ext uri="{FF2B5EF4-FFF2-40B4-BE49-F238E27FC236}">
                <a16:creationId xmlns:a16="http://schemas.microsoft.com/office/drawing/2014/main" id="{0D2B4CE8-C1C2-CA26-92DF-06AE81F1077F}"/>
              </a:ext>
            </a:extLst>
          </p:cNvPr>
          <p:cNvGrpSpPr/>
          <p:nvPr/>
        </p:nvGrpSpPr>
        <p:grpSpPr>
          <a:xfrm>
            <a:off x="6417856" y="1628376"/>
            <a:ext cx="1228583" cy="1375914"/>
            <a:chOff x="6108535" y="1576931"/>
            <a:chExt cx="1205179" cy="1375914"/>
          </a:xfrm>
        </p:grpSpPr>
        <p:pic>
          <p:nvPicPr>
            <p:cNvPr id="16" name="グラフィックス 15" descr="クリップボード 単色塗りつぶし">
              <a:extLst>
                <a:ext uri="{FF2B5EF4-FFF2-40B4-BE49-F238E27FC236}">
                  <a16:creationId xmlns:a16="http://schemas.microsoft.com/office/drawing/2014/main" id="{E82B81E0-C6D4-49F8-F4EE-1B7595307D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9072" y="1576931"/>
              <a:ext cx="1084107" cy="1084107"/>
            </a:xfrm>
            <a:prstGeom prst="rect">
              <a:avLst/>
            </a:prstGeom>
          </p:spPr>
        </p:pic>
        <p:sp>
          <p:nvSpPr>
            <p:cNvPr id="23" name="テキスト ボックス 22">
              <a:extLst>
                <a:ext uri="{FF2B5EF4-FFF2-40B4-BE49-F238E27FC236}">
                  <a16:creationId xmlns:a16="http://schemas.microsoft.com/office/drawing/2014/main" id="{7C5B83BD-742F-33FB-243D-09C71DF8EF16}"/>
                </a:ext>
              </a:extLst>
            </p:cNvPr>
            <p:cNvSpPr txBox="1"/>
            <p:nvPr/>
          </p:nvSpPr>
          <p:spPr>
            <a:xfrm>
              <a:off x="6108535" y="2614291"/>
              <a:ext cx="1205179" cy="338554"/>
            </a:xfrm>
            <a:prstGeom prst="rect">
              <a:avLst/>
            </a:prstGeom>
            <a:noFill/>
          </p:spPr>
          <p:txBody>
            <a:bodyPr wrap="square">
              <a:noAutofit/>
            </a:bodyPr>
            <a:lstStyle/>
            <a:p>
              <a:r>
                <a:rPr kumimoji="1" lang="ja-JP" altLang="en-US" sz="1600" b="1" dirty="0">
                  <a:latin typeface="+mn-ea"/>
                </a:rPr>
                <a:t>プロンプト</a:t>
              </a:r>
              <a:endParaRPr lang="ja-JP" altLang="en-US" sz="1600" dirty="0"/>
            </a:p>
          </p:txBody>
        </p:sp>
      </p:grpSp>
      <p:grpSp>
        <p:nvGrpSpPr>
          <p:cNvPr id="7" name="グループ化 6">
            <a:extLst>
              <a:ext uri="{FF2B5EF4-FFF2-40B4-BE49-F238E27FC236}">
                <a16:creationId xmlns:a16="http://schemas.microsoft.com/office/drawing/2014/main" id="{FF48A35F-A409-DEF8-D606-D1B82F341670}"/>
              </a:ext>
            </a:extLst>
          </p:cNvPr>
          <p:cNvGrpSpPr/>
          <p:nvPr/>
        </p:nvGrpSpPr>
        <p:grpSpPr>
          <a:xfrm>
            <a:off x="6143138" y="5120880"/>
            <a:ext cx="1921359" cy="1286874"/>
            <a:chOff x="6855738" y="4646271"/>
            <a:chExt cx="1884759" cy="1286874"/>
          </a:xfrm>
        </p:grpSpPr>
        <p:pic>
          <p:nvPicPr>
            <p:cNvPr id="25" name="図 24">
              <a:extLst>
                <a:ext uri="{FF2B5EF4-FFF2-40B4-BE49-F238E27FC236}">
                  <a16:creationId xmlns:a16="http://schemas.microsoft.com/office/drawing/2014/main" id="{9288A752-385F-26E8-4B1D-2D32A35D7229}"/>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7476224" y="4646271"/>
              <a:ext cx="1101510" cy="906026"/>
            </a:xfrm>
            <a:prstGeom prst="rect">
              <a:avLst/>
            </a:prstGeom>
          </p:spPr>
        </p:pic>
        <p:pic>
          <p:nvPicPr>
            <p:cNvPr id="26" name="Picture 2" descr="アイコン&#10;&#10;自動的に生成された説明">
              <a:extLst>
                <a:ext uri="{FF2B5EF4-FFF2-40B4-BE49-F238E27FC236}">
                  <a16:creationId xmlns:a16="http://schemas.microsoft.com/office/drawing/2014/main" id="{7F45B621-9649-0BB2-1EFF-47DD430364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8914" y="5124987"/>
              <a:ext cx="427310" cy="427310"/>
            </a:xfrm>
            <a:prstGeom prst="rect">
              <a:avLst/>
            </a:prstGeom>
            <a:noFill/>
            <a:extLst>
              <a:ext uri="{909E8E84-426E-40DD-AFC4-6F175D3DCCD1}">
                <a14:hiddenFill xmlns:a14="http://schemas.microsoft.com/office/drawing/2010/main">
                  <a:solidFill>
                    <a:srgbClr val="FFFFFF"/>
                  </a:solidFill>
                </a14:hiddenFill>
              </a:ext>
            </a:extLst>
          </p:spPr>
        </p:pic>
        <p:sp>
          <p:nvSpPr>
            <p:cNvPr id="28" name="テキスト ボックス 27">
              <a:extLst>
                <a:ext uri="{FF2B5EF4-FFF2-40B4-BE49-F238E27FC236}">
                  <a16:creationId xmlns:a16="http://schemas.microsoft.com/office/drawing/2014/main" id="{CC547627-115D-D096-3B5D-387BDABE598A}"/>
                </a:ext>
              </a:extLst>
            </p:cNvPr>
            <p:cNvSpPr txBox="1"/>
            <p:nvPr/>
          </p:nvSpPr>
          <p:spPr>
            <a:xfrm>
              <a:off x="6855738" y="5594591"/>
              <a:ext cx="1884759" cy="338554"/>
            </a:xfrm>
            <a:prstGeom prst="rect">
              <a:avLst/>
            </a:prstGeom>
            <a:noFill/>
          </p:spPr>
          <p:txBody>
            <a:bodyPr wrap="square">
              <a:noAutofit/>
            </a:bodyPr>
            <a:lstStyle/>
            <a:p>
              <a:r>
                <a:rPr kumimoji="1" lang="ja-JP" altLang="en-US" sz="1600" b="1" dirty="0">
                  <a:latin typeface="+mn-ea"/>
                </a:rPr>
                <a:t>人格付与した</a:t>
              </a:r>
              <a:r>
                <a:rPr kumimoji="1" lang="en-US" altLang="ja-JP" sz="1600" b="1" dirty="0">
                  <a:latin typeface="+mn-ea"/>
                </a:rPr>
                <a:t>LLM</a:t>
              </a:r>
              <a:endParaRPr lang="ja-JP" altLang="en-US" sz="1600" dirty="0"/>
            </a:p>
          </p:txBody>
        </p:sp>
      </p:grpSp>
      <p:sp>
        <p:nvSpPr>
          <p:cNvPr id="4" name="矢印: 右 3">
            <a:extLst>
              <a:ext uri="{FF2B5EF4-FFF2-40B4-BE49-F238E27FC236}">
                <a16:creationId xmlns:a16="http://schemas.microsoft.com/office/drawing/2014/main" id="{4387794C-1D65-3AF9-1376-B4F14AA6DA88}"/>
              </a:ext>
            </a:extLst>
          </p:cNvPr>
          <p:cNvSpPr/>
          <p:nvPr/>
        </p:nvSpPr>
        <p:spPr>
          <a:xfrm rot="5400000">
            <a:off x="6864955" y="4696803"/>
            <a:ext cx="335898" cy="435608"/>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Tree>
    <p:extLst>
      <p:ext uri="{BB962C8B-B14F-4D97-AF65-F5344CB8AC3E}">
        <p14:creationId xmlns:p14="http://schemas.microsoft.com/office/powerpoint/2010/main" val="1330885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A53-5D78-FC74-4CE9-2EF9F6BBA0C6}"/>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38FAAECC-73B6-78EA-63CD-E780CDD7B7E9}"/>
              </a:ext>
            </a:extLst>
          </p:cNvPr>
          <p:cNvSpPr>
            <a:spLocks noGrp="1"/>
          </p:cNvSpPr>
          <p:nvPr>
            <p:ph type="sldNum" sz="quarter" idx="12"/>
          </p:nvPr>
        </p:nvSpPr>
        <p:spPr/>
        <p:txBody>
          <a:bodyPr>
            <a:noAutofit/>
          </a:bodyPr>
          <a:lstStyle/>
          <a:p>
            <a:fld id="{18020408-E1FF-429E-A8D5-EB2A190A0D77}" type="slidenum">
              <a:rPr kumimoji="1" lang="ja-JP" altLang="en-US" smtClean="0"/>
              <a:t>10</a:t>
            </a:fld>
            <a:endParaRPr kumimoji="1" lang="ja-JP" altLang="en-US"/>
          </a:p>
        </p:txBody>
      </p:sp>
      <p:sp>
        <p:nvSpPr>
          <p:cNvPr id="5" name="タイトル 4">
            <a:extLst>
              <a:ext uri="{FF2B5EF4-FFF2-40B4-BE49-F238E27FC236}">
                <a16:creationId xmlns:a16="http://schemas.microsoft.com/office/drawing/2014/main" id="{4D78D947-1205-32D6-A546-0D4EA060FF25}"/>
              </a:ext>
            </a:extLst>
          </p:cNvPr>
          <p:cNvSpPr>
            <a:spLocks noGrp="1"/>
          </p:cNvSpPr>
          <p:nvPr>
            <p:ph type="title"/>
          </p:nvPr>
        </p:nvSpPr>
        <p:spPr/>
        <p:txBody>
          <a:bodyPr>
            <a:noAutofit/>
          </a:bodyPr>
          <a:lstStyle/>
          <a:p>
            <a:r>
              <a:rPr lang="en-US" altLang="ja-JP" sz="3600" dirty="0"/>
              <a:t>ISTJ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5F55701D-AE23-A193-E905-7615B0F47F92}"/>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3" name="テキスト ボックス 2">
            <a:extLst>
              <a:ext uri="{FF2B5EF4-FFF2-40B4-BE49-F238E27FC236}">
                <a16:creationId xmlns:a16="http://schemas.microsoft.com/office/drawing/2014/main" id="{974FDBE8-571B-BF33-1B2F-DBB01CC0DBC6}"/>
              </a:ext>
            </a:extLst>
          </p:cNvPr>
          <p:cNvSpPr txBox="1"/>
          <p:nvPr/>
        </p:nvSpPr>
        <p:spPr>
          <a:xfrm>
            <a:off x="72000" y="3420000"/>
            <a:ext cx="2890262" cy="319436"/>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8" name="テキスト ボックス 7">
            <a:extLst>
              <a:ext uri="{FF2B5EF4-FFF2-40B4-BE49-F238E27FC236}">
                <a16:creationId xmlns:a16="http://schemas.microsoft.com/office/drawing/2014/main" id="{F57BA3BE-5A7B-06AA-2BA3-6E2EC81A2FF9}"/>
              </a:ext>
            </a:extLst>
          </p:cNvPr>
          <p:cNvSpPr txBox="1"/>
          <p:nvPr/>
        </p:nvSpPr>
        <p:spPr>
          <a:xfrm>
            <a:off x="72000" y="1348566"/>
            <a:ext cx="9014691" cy="2308324"/>
          </a:xfrm>
          <a:prstGeom prst="rect">
            <a:avLst/>
          </a:prstGeom>
          <a:noFill/>
        </p:spPr>
        <p:txBody>
          <a:bodyPr wrap="square">
            <a:spAutoFit/>
          </a:bodyPr>
          <a:lstStyle/>
          <a:p>
            <a:pPr>
              <a:buNone/>
            </a:pPr>
            <a:r>
              <a:rPr lang="ja-JP" altLang="en-US" b="1" dirty="0"/>
              <a:t>あなたは現実的で責任感が強く，献身的な姿勢で知られています．伝統や規則，秩序を重んじ，細部にまで気を配り，整然とした環境を好みます．人生や仕事への取り組み方は論理的で計画的です．強い義務感と忠誠心を持ち，確立されたシステムや構造に従う傾向があります．信頼性が高く，勤勉で効率性を重視する人物として知られています．抽象的な概念よりも具体的な事実を好み，経験的証拠や過去の経験に基づいて決断します．控えめで真面目な性格で，プライバシーと独立性を大切にします．コミュニケーションは率直で誠実であり，実用的な事柄に焦点を当てる傾向があります</a:t>
            </a:r>
            <a:r>
              <a:rPr lang="ja-JP" altLang="en-US" dirty="0"/>
              <a:t>． </a:t>
            </a:r>
            <a:r>
              <a:rPr lang="en-US" altLang="ja-JP" b="1" kern="100" dirty="0">
                <a:latin typeface="+mn-ea"/>
                <a:cs typeface="Times New Roman" panose="02020603050405020304" pitchFamily="18" charset="0"/>
              </a:rPr>
              <a:t>…</a:t>
            </a:r>
            <a:endParaRPr lang="ja-JP" altLang="ja-JP" kern="100" dirty="0">
              <a:effectLst/>
              <a:latin typeface="+mn-ea"/>
              <a:cs typeface="Times New Roman" panose="02020603050405020304" pitchFamily="18" charset="0"/>
            </a:endParaRPr>
          </a:p>
        </p:txBody>
      </p:sp>
      <p:graphicFrame>
        <p:nvGraphicFramePr>
          <p:cNvPr id="6" name="表 5">
            <a:extLst>
              <a:ext uri="{FF2B5EF4-FFF2-40B4-BE49-F238E27FC236}">
                <a16:creationId xmlns:a16="http://schemas.microsoft.com/office/drawing/2014/main" id="{8A773970-89A7-8663-4471-00A7F1C5A099}"/>
              </a:ext>
            </a:extLst>
          </p:cNvPr>
          <p:cNvGraphicFramePr>
            <a:graphicFrameLocks noGrp="1"/>
          </p:cNvGraphicFramePr>
          <p:nvPr>
            <p:extLst>
              <p:ext uri="{D42A27DB-BD31-4B8C-83A1-F6EECF244321}">
                <p14:modId xmlns:p14="http://schemas.microsoft.com/office/powerpoint/2010/main" val="738285712"/>
              </p:ext>
            </p:extLst>
          </p:nvPr>
        </p:nvGraphicFramePr>
        <p:xfrm>
          <a:off x="288000" y="3780000"/>
          <a:ext cx="8459586" cy="2848761"/>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latin typeface="+mn-ea"/>
                        </a:rPr>
                        <a:t>伝統，ルール，秩序を重んじる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明確で簡潔な情報を好み，率直に伝達する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r>
                        <a:rPr lang="ja-JP" altLang="en-US" sz="1400" b="1" dirty="0"/>
                        <a:t>効率，秩序，および結果に焦点を当て，感情的または感情表現豊かなスタイルではない</a:t>
                      </a:r>
                      <a:endParaRPr kumimoji="1" lang="ja-JP" altLang="en-US"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系統的，分析的，詳細志向である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感情表現は控えめだが，行動と信頼性を通じて配慮と献身を示す</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確立されたルーチンと構造に頼って対処する</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専門的な環境では信頼性、徹底性、実用的なアプローチ</a:t>
                      </a:r>
                    </a:p>
                  </a:txBody>
                  <a:tcPr/>
                </a:tc>
                <a:extLst>
                  <a:ext uri="{0D108BD9-81ED-4DB2-BD59-A6C34878D82A}">
                    <a16:rowId xmlns:a16="http://schemas.microsoft.com/office/drawing/2014/main" val="3463468387"/>
                  </a:ext>
                </a:extLst>
              </a:tr>
            </a:tbl>
          </a:graphicData>
        </a:graphic>
      </p:graphicFrame>
      <p:sp>
        <p:nvSpPr>
          <p:cNvPr id="2" name="テキスト ボックス 1">
            <a:extLst>
              <a:ext uri="{FF2B5EF4-FFF2-40B4-BE49-F238E27FC236}">
                <a16:creationId xmlns:a16="http://schemas.microsoft.com/office/drawing/2014/main" id="{FA1B8691-B4AA-A125-B16C-A4B014F8489D}"/>
              </a:ext>
            </a:extLst>
          </p:cNvPr>
          <p:cNvSpPr txBox="1"/>
          <p:nvPr/>
        </p:nvSpPr>
        <p:spPr>
          <a:xfrm>
            <a:off x="72000" y="1035664"/>
            <a:ext cx="3553795" cy="319436"/>
          </a:xfrm>
          <a:prstGeom prst="rect">
            <a:avLst/>
          </a:prstGeom>
          <a:no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付与のプロンプト和訳の一部</a:t>
            </a:r>
            <a:endParaRPr lang="en-US" altLang="ja-JP" b="1" dirty="0">
              <a:solidFill>
                <a:schemeClr val="accent1"/>
              </a:solidFill>
            </a:endParaRPr>
          </a:p>
        </p:txBody>
      </p:sp>
    </p:spTree>
    <p:extLst>
      <p:ext uri="{BB962C8B-B14F-4D97-AF65-F5344CB8AC3E}">
        <p14:creationId xmlns:p14="http://schemas.microsoft.com/office/powerpoint/2010/main" val="156046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94B3A-4FF6-4A14-6B58-A9AC966DD981}"/>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1E4BB4D3-9C08-861A-0E4A-C1FD5C0AF766}"/>
              </a:ext>
            </a:extLst>
          </p:cNvPr>
          <p:cNvSpPr>
            <a:spLocks noGrp="1"/>
          </p:cNvSpPr>
          <p:nvPr>
            <p:ph type="sldNum" sz="quarter" idx="12"/>
          </p:nvPr>
        </p:nvSpPr>
        <p:spPr/>
        <p:txBody>
          <a:bodyPr>
            <a:noAutofit/>
          </a:bodyPr>
          <a:lstStyle/>
          <a:p>
            <a:fld id="{18020408-E1FF-429E-A8D5-EB2A190A0D77}" type="slidenum">
              <a:rPr kumimoji="1" lang="ja-JP" altLang="en-US" smtClean="0"/>
              <a:t>11</a:t>
            </a:fld>
            <a:endParaRPr kumimoji="1" lang="ja-JP" altLang="en-US"/>
          </a:p>
        </p:txBody>
      </p:sp>
      <p:sp>
        <p:nvSpPr>
          <p:cNvPr id="5" name="タイトル 4">
            <a:extLst>
              <a:ext uri="{FF2B5EF4-FFF2-40B4-BE49-F238E27FC236}">
                <a16:creationId xmlns:a16="http://schemas.microsoft.com/office/drawing/2014/main" id="{87E6B078-CB65-52AA-018E-124E15D132C5}"/>
              </a:ext>
            </a:extLst>
          </p:cNvPr>
          <p:cNvSpPr>
            <a:spLocks noGrp="1"/>
          </p:cNvSpPr>
          <p:nvPr>
            <p:ph type="title"/>
          </p:nvPr>
        </p:nvSpPr>
        <p:spPr/>
        <p:txBody>
          <a:bodyPr>
            <a:noAutofit/>
          </a:bodyPr>
          <a:lstStyle/>
          <a:p>
            <a:r>
              <a:rPr lang="en-US" altLang="ja-JP" sz="3600" dirty="0"/>
              <a:t>ENFP</a:t>
            </a:r>
            <a:r>
              <a:rPr lang="ja-JP" altLang="en-US" sz="3600" b="1" dirty="0">
                <a:solidFill>
                  <a:schemeClr val="bg1"/>
                </a:solidFill>
                <a:latin typeface="+mn-ea"/>
                <a:ea typeface="+mn-ea"/>
              </a:rPr>
              <a:t>付与プロンプト</a:t>
            </a:r>
          </a:p>
        </p:txBody>
      </p:sp>
      <p:sp>
        <p:nvSpPr>
          <p:cNvPr id="3" name="テキスト ボックス 2">
            <a:extLst>
              <a:ext uri="{FF2B5EF4-FFF2-40B4-BE49-F238E27FC236}">
                <a16:creationId xmlns:a16="http://schemas.microsoft.com/office/drawing/2014/main" id="{358E9FD6-9230-0862-04F2-14FAACE5BB42}"/>
              </a:ext>
            </a:extLst>
          </p:cNvPr>
          <p:cNvSpPr txBox="1"/>
          <p:nvPr/>
        </p:nvSpPr>
        <p:spPr>
          <a:xfrm>
            <a:off x="91440" y="3429000"/>
            <a:ext cx="3077250" cy="275531"/>
          </a:xfrm>
          <a:prstGeom prst="rect">
            <a:avLst/>
          </a:prstGeom>
          <a:solidFill>
            <a:schemeClr val="bg1"/>
          </a:solid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付与のプロンプト要約</a:t>
            </a:r>
            <a:endParaRPr lang="ja-JP" altLang="en-US" dirty="0">
              <a:solidFill>
                <a:schemeClr val="accent1"/>
              </a:solidFill>
            </a:endParaRPr>
          </a:p>
        </p:txBody>
      </p:sp>
      <p:sp>
        <p:nvSpPr>
          <p:cNvPr id="14" name="テキスト ボックス 13">
            <a:extLst>
              <a:ext uri="{FF2B5EF4-FFF2-40B4-BE49-F238E27FC236}">
                <a16:creationId xmlns:a16="http://schemas.microsoft.com/office/drawing/2014/main" id="{0DD8602D-DC7B-5AA5-9B2B-A407DE33D919}"/>
              </a:ext>
            </a:extLst>
          </p:cNvPr>
          <p:cNvSpPr txBox="1"/>
          <p:nvPr/>
        </p:nvSpPr>
        <p:spPr>
          <a:xfrm>
            <a:off x="72000" y="1350000"/>
            <a:ext cx="9052560" cy="2031325"/>
          </a:xfrm>
          <a:prstGeom prst="rect">
            <a:avLst/>
          </a:prstGeom>
          <a:noFill/>
        </p:spPr>
        <p:txBody>
          <a:bodyPr wrap="square">
            <a:spAutoFit/>
          </a:bodyPr>
          <a:lstStyle/>
          <a:p>
            <a:pPr>
              <a:buNone/>
            </a:pPr>
            <a:r>
              <a:rPr lang="ja-JP" altLang="en-US" b="1" dirty="0"/>
              <a:t>あなたは熱意，創造性，社交性で知られています．新しいアイデアや可能性を探求することに生き甲斐を感じ，型にはまらない発想をすることがよくあります．あなたのエネルギーは周囲に伝染し，他者を理解し繋がりたいという強い欲求を持っています．本物であることに価値を見出し，温かく思いやりがあり想像力豊かだとよく見られます．周囲の人々を鼓舞しやる気を起こさせる天性の才能を持ち，優れたコミュニケーション能力で自分の考えや感情を表現することがよくあります．好奇心旺盛でオープンマインドな性格で，常に新たな地平や経験を探求する準備ができています．</a:t>
            </a:r>
            <a:r>
              <a:rPr lang="en-US" altLang="ja-JP" b="1" dirty="0"/>
              <a:t>...</a:t>
            </a:r>
            <a:endParaRPr lang="ja-JP" altLang="ja-JP" b="1" kern="100" dirty="0">
              <a:effectLst/>
              <a:latin typeface="+mn-ea"/>
              <a:cs typeface="Times New Roman" panose="02020603050405020304" pitchFamily="18" charset="0"/>
            </a:endParaRPr>
          </a:p>
        </p:txBody>
      </p:sp>
      <p:graphicFrame>
        <p:nvGraphicFramePr>
          <p:cNvPr id="7" name="表 6">
            <a:extLst>
              <a:ext uri="{FF2B5EF4-FFF2-40B4-BE49-F238E27FC236}">
                <a16:creationId xmlns:a16="http://schemas.microsoft.com/office/drawing/2014/main" id="{200EBCC9-76E4-95AC-4314-B35220E91E06}"/>
              </a:ext>
            </a:extLst>
          </p:cNvPr>
          <p:cNvGraphicFramePr>
            <a:graphicFrameLocks noGrp="1"/>
          </p:cNvGraphicFramePr>
          <p:nvPr>
            <p:extLst>
              <p:ext uri="{D42A27DB-BD31-4B8C-83A1-F6EECF244321}">
                <p14:modId xmlns:p14="http://schemas.microsoft.com/office/powerpoint/2010/main" val="2453920767"/>
              </p:ext>
            </p:extLst>
          </p:nvPr>
        </p:nvGraphicFramePr>
        <p:xfrm>
          <a:off x="288000" y="3780000"/>
          <a:ext cx="8459586" cy="3033978"/>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latin typeface="+mn-ea"/>
                        </a:rPr>
                        <a:t>熱意，創造性，社交性で知られている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温かく，魅力的で，共感的な方法でコミュニケーションをとる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先見性があり，カリスマ的である</a:t>
                      </a:r>
                      <a:endParaRPr lang="en-US" altLang="ja-JP"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全体像を見る傾向があり，他者が見逃す可能性のあるパターンや繋がりを容易に特定できる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温かく，思いやりがあり，他者に心から関心を持っている</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適応性があり，変化に対してオープンであり，成長と新しい経験の機会と見なす</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創造性，熱意，協力的な精神をチームやプロジェクトにもたらす</a:t>
                      </a:r>
                    </a:p>
                  </a:txBody>
                  <a:tcPr/>
                </a:tc>
                <a:extLst>
                  <a:ext uri="{0D108BD9-81ED-4DB2-BD59-A6C34878D82A}">
                    <a16:rowId xmlns:a16="http://schemas.microsoft.com/office/drawing/2014/main" val="3463468387"/>
                  </a:ext>
                </a:extLst>
              </a:tr>
            </a:tbl>
          </a:graphicData>
        </a:graphic>
      </p:graphicFrame>
      <p:sp>
        <p:nvSpPr>
          <p:cNvPr id="2" name="テキスト ボックス 1">
            <a:extLst>
              <a:ext uri="{FF2B5EF4-FFF2-40B4-BE49-F238E27FC236}">
                <a16:creationId xmlns:a16="http://schemas.microsoft.com/office/drawing/2014/main" id="{5CD85A9F-FAB1-B93D-023C-52E9319BEB06}"/>
              </a:ext>
            </a:extLst>
          </p:cNvPr>
          <p:cNvSpPr txBox="1"/>
          <p:nvPr/>
        </p:nvSpPr>
        <p:spPr>
          <a:xfrm>
            <a:off x="68119" y="1036734"/>
            <a:ext cx="3756458" cy="313266"/>
          </a:xfrm>
          <a:prstGeom prst="rect">
            <a:avLst/>
          </a:prstGeom>
          <a:no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付与のプロンプト和訳の一部</a:t>
            </a:r>
            <a:endParaRPr lang="ja-JP" altLang="en-US" dirty="0">
              <a:solidFill>
                <a:schemeClr val="accent1"/>
              </a:solidFill>
            </a:endParaRPr>
          </a:p>
        </p:txBody>
      </p:sp>
    </p:spTree>
    <p:extLst>
      <p:ext uri="{BB962C8B-B14F-4D97-AF65-F5344CB8AC3E}">
        <p14:creationId xmlns:p14="http://schemas.microsoft.com/office/powerpoint/2010/main" val="1547572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02506-EA36-4D54-6F4E-5A53E1C14333}"/>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39F6F995-C230-A491-6506-337902A21EB2}"/>
              </a:ext>
            </a:extLst>
          </p:cNvPr>
          <p:cNvSpPr>
            <a:spLocks noGrp="1"/>
          </p:cNvSpPr>
          <p:nvPr>
            <p:ph type="sldNum" sz="quarter" idx="12"/>
          </p:nvPr>
        </p:nvSpPr>
        <p:spPr/>
        <p:txBody>
          <a:bodyPr>
            <a:noAutofit/>
          </a:bodyPr>
          <a:lstStyle/>
          <a:p>
            <a:fld id="{18020408-E1FF-429E-A8D5-EB2A190A0D77}" type="slidenum">
              <a:rPr kumimoji="1" lang="ja-JP" altLang="en-US" smtClean="0"/>
              <a:t>12</a:t>
            </a:fld>
            <a:endParaRPr kumimoji="1" lang="ja-JP" altLang="en-US"/>
          </a:p>
        </p:txBody>
      </p:sp>
      <p:sp>
        <p:nvSpPr>
          <p:cNvPr id="5" name="タイトル 4">
            <a:extLst>
              <a:ext uri="{FF2B5EF4-FFF2-40B4-BE49-F238E27FC236}">
                <a16:creationId xmlns:a16="http://schemas.microsoft.com/office/drawing/2014/main" id="{70453A65-1811-9232-4E70-0BD661E904FE}"/>
              </a:ext>
            </a:extLst>
          </p:cNvPr>
          <p:cNvSpPr>
            <a:spLocks noGrp="1"/>
          </p:cNvSpPr>
          <p:nvPr>
            <p:ph type="title"/>
          </p:nvPr>
        </p:nvSpPr>
        <p:spPr/>
        <p:txBody>
          <a:bodyPr>
            <a:noAutofit/>
          </a:bodyPr>
          <a:lstStyle/>
          <a:p>
            <a:r>
              <a:rPr lang="ja-JP" altLang="en-US" sz="3600" b="1" dirty="0">
                <a:solidFill>
                  <a:schemeClr val="bg1"/>
                </a:solidFill>
                <a:latin typeface="+mn-ea"/>
                <a:ea typeface="+mn-ea"/>
              </a:rPr>
              <a:t>口調の変換方法</a:t>
            </a:r>
          </a:p>
        </p:txBody>
      </p:sp>
      <p:sp>
        <p:nvSpPr>
          <p:cNvPr id="15" name="テキスト ボックス 14">
            <a:extLst>
              <a:ext uri="{FF2B5EF4-FFF2-40B4-BE49-F238E27FC236}">
                <a16:creationId xmlns:a16="http://schemas.microsoft.com/office/drawing/2014/main" id="{0B3C23F2-AF37-7994-0000-DB15587A780E}"/>
              </a:ext>
            </a:extLst>
          </p:cNvPr>
          <p:cNvSpPr txBox="1"/>
          <p:nvPr/>
        </p:nvSpPr>
        <p:spPr>
          <a:xfrm>
            <a:off x="164578" y="1220703"/>
            <a:ext cx="8610017" cy="1412769"/>
          </a:xfrm>
          <a:prstGeom prst="rect">
            <a:avLst/>
          </a:prstGeom>
          <a:noFill/>
        </p:spPr>
        <p:txBody>
          <a:bodyPr wrap="square">
            <a:noAutofit/>
          </a:bodyPr>
          <a:lstStyle/>
          <a:p>
            <a:pPr fontAlgn="base">
              <a:lnSpc>
                <a:spcPts val="2400"/>
              </a:lnSpc>
            </a:pP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b="0" i="0" dirty="0">
              <a:solidFill>
                <a:srgbClr val="000000"/>
              </a:solidFill>
              <a:effectLst/>
              <a:latin typeface="Meiryo UI" panose="020B0604030504040204" pitchFamily="50" charset="-128"/>
              <a:ea typeface="Meiryo UI" panose="020B0604030504040204" pitchFamily="50" charset="-128"/>
            </a:endParaRPr>
          </a:p>
          <a:p>
            <a:r>
              <a:rPr lang="en-US" altLang="ja-JP" sz="1800" b="1" i="0" dirty="0">
                <a:solidFill>
                  <a:srgbClr val="000000"/>
                </a:solidFill>
                <a:effectLst/>
                <a:latin typeface="+mn-ea"/>
              </a:rPr>
              <a:t>​</a:t>
            </a:r>
            <a:r>
              <a:rPr lang="ja-JP" altLang="en-US" sz="1800" b="1" i="0" dirty="0">
                <a:solidFill>
                  <a:srgbClr val="000000"/>
                </a:solidFill>
                <a:effectLst/>
                <a:latin typeface="+mn-ea"/>
              </a:rPr>
              <a:t>「</a:t>
            </a:r>
            <a:r>
              <a:rPr lang="ja-JP" altLang="ja-JP" b="1" dirty="0">
                <a:latin typeface="+mn-ea"/>
              </a:rPr>
              <a:t>今から文章が提示されます．文章をあなたなりの言い方に変更してください．求められていないことは書かないでください．</a:t>
            </a:r>
          </a:p>
          <a:p>
            <a:r>
              <a:rPr lang="ja-JP" altLang="ja-JP" b="1" dirty="0">
                <a:latin typeface="+mn-ea"/>
              </a:rPr>
              <a:t>文章：</a:t>
            </a:r>
            <a:r>
              <a:rPr lang="en-US" altLang="ja-JP" b="1" dirty="0">
                <a:latin typeface="+mn-ea"/>
              </a:rPr>
              <a:t>[</a:t>
            </a:r>
            <a:r>
              <a:rPr lang="ja-JP" altLang="en-US" b="1" dirty="0">
                <a:latin typeface="+mn-ea"/>
              </a:rPr>
              <a:t>変換前の文章</a:t>
            </a:r>
            <a:r>
              <a:rPr lang="en-US" altLang="ja-JP" b="1" dirty="0">
                <a:latin typeface="+mn-ea"/>
              </a:rPr>
              <a:t>]</a:t>
            </a:r>
            <a:r>
              <a:rPr lang="ja-JP" altLang="en-US" sz="1800" b="1" i="0" dirty="0">
                <a:solidFill>
                  <a:srgbClr val="000000"/>
                </a:solidFill>
                <a:effectLst/>
                <a:latin typeface="+mn-ea"/>
              </a:rPr>
              <a:t>」</a:t>
            </a:r>
            <a:endParaRPr lang="en-US" altLang="ja-JP" b="1" i="0" dirty="0">
              <a:solidFill>
                <a:srgbClr val="000000"/>
              </a:solidFill>
              <a:effectLst/>
              <a:latin typeface="+mn-ea"/>
            </a:endParaRPr>
          </a:p>
        </p:txBody>
      </p:sp>
      <p:sp>
        <p:nvSpPr>
          <p:cNvPr id="10" name="テキスト ボックス 9">
            <a:extLst>
              <a:ext uri="{FF2B5EF4-FFF2-40B4-BE49-F238E27FC236}">
                <a16:creationId xmlns:a16="http://schemas.microsoft.com/office/drawing/2014/main" id="{03E371B0-07D1-9925-DD16-4C734233273A}"/>
              </a:ext>
            </a:extLst>
          </p:cNvPr>
          <p:cNvSpPr txBox="1"/>
          <p:nvPr/>
        </p:nvSpPr>
        <p:spPr>
          <a:xfrm>
            <a:off x="164578" y="2509929"/>
            <a:ext cx="2121422" cy="400110"/>
          </a:xfrm>
          <a:prstGeom prst="rect">
            <a:avLst/>
          </a:prstGeom>
          <a:noFill/>
        </p:spPr>
        <p:txBody>
          <a:bodyPr wrap="square">
            <a:noAutofit/>
          </a:bodyPr>
          <a:lstStyle/>
          <a:p>
            <a:pPr fontAlgn="base">
              <a:lnSpc>
                <a:spcPts val="2400"/>
              </a:lnSpc>
            </a:pPr>
            <a:r>
              <a:rPr lang="ja-JP" altLang="en-US" sz="2000" b="1" i="0" dirty="0">
                <a:solidFill>
                  <a:schemeClr val="accent1"/>
                </a:solidFill>
                <a:effectLst/>
                <a:latin typeface="Meiryo UI" panose="020B0604030504040204" pitchFamily="50" charset="-128"/>
                <a:ea typeface="Yu Gothic" panose="020B0400000000000000" pitchFamily="50" charset="-128"/>
              </a:rPr>
              <a:t>出力結果</a:t>
            </a:r>
            <a:r>
              <a:rPr lang="ja-JP" altLang="en-US" sz="2000" b="1" dirty="0">
                <a:solidFill>
                  <a:schemeClr val="accent1"/>
                </a:solidFill>
                <a:latin typeface="Meiryo UI" panose="020B0604030504040204" pitchFamily="50" charset="-128"/>
                <a:ea typeface="Yu Gothic" panose="020B0400000000000000" pitchFamily="50" charset="-128"/>
              </a:rPr>
              <a:t>の一例</a:t>
            </a:r>
            <a:endParaRPr lang="en-US" altLang="ja-JP" sz="2000"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38" name="表 37">
            <a:extLst>
              <a:ext uri="{FF2B5EF4-FFF2-40B4-BE49-F238E27FC236}">
                <a16:creationId xmlns:a16="http://schemas.microsoft.com/office/drawing/2014/main" id="{E801366B-E102-EE88-1395-914023A87AC8}"/>
              </a:ext>
            </a:extLst>
          </p:cNvPr>
          <p:cNvGraphicFramePr>
            <a:graphicFrameLocks noGrp="1"/>
          </p:cNvGraphicFramePr>
          <p:nvPr>
            <p:extLst>
              <p:ext uri="{D42A27DB-BD31-4B8C-83A1-F6EECF244321}">
                <p14:modId xmlns:p14="http://schemas.microsoft.com/office/powerpoint/2010/main" val="1638227755"/>
              </p:ext>
            </p:extLst>
          </p:nvPr>
        </p:nvGraphicFramePr>
        <p:xfrm>
          <a:off x="3279714" y="2980494"/>
          <a:ext cx="5612826" cy="3619574"/>
        </p:xfrm>
        <a:graphic>
          <a:graphicData uri="http://schemas.openxmlformats.org/drawingml/2006/table">
            <a:tbl>
              <a:tblPr firstRow="1" bandRow="1">
                <a:tableStyleId>{5940675A-B579-460E-94D1-54222C63F5DA}</a:tableStyleId>
              </a:tblPr>
              <a:tblGrid>
                <a:gridCol w="2038436">
                  <a:extLst>
                    <a:ext uri="{9D8B030D-6E8A-4147-A177-3AD203B41FA5}">
                      <a16:colId xmlns:a16="http://schemas.microsoft.com/office/drawing/2014/main" val="468418724"/>
                    </a:ext>
                  </a:extLst>
                </a:gridCol>
                <a:gridCol w="3574390">
                  <a:extLst>
                    <a:ext uri="{9D8B030D-6E8A-4147-A177-3AD203B41FA5}">
                      <a16:colId xmlns:a16="http://schemas.microsoft.com/office/drawing/2014/main" val="62053925"/>
                    </a:ext>
                  </a:extLst>
                </a:gridCol>
              </a:tblGrid>
              <a:tr h="424632">
                <a:tc>
                  <a:txBody>
                    <a:bodyPr/>
                    <a:lstStyle/>
                    <a:p>
                      <a:endParaRPr kumimoji="1" lang="ja-JP" altLang="en-US" dirty="0"/>
                    </a:p>
                  </a:txBody>
                  <a:tcPr/>
                </a:tc>
                <a:tc>
                  <a:txBody>
                    <a:bodyPr/>
                    <a:lstStyle/>
                    <a:p>
                      <a:r>
                        <a:rPr kumimoji="1" lang="ja-JP" altLang="en-US" b="1" dirty="0"/>
                        <a:t>変換結果</a:t>
                      </a:r>
                    </a:p>
                  </a:txBody>
                  <a:tcPr/>
                </a:tc>
                <a:extLst>
                  <a:ext uri="{0D108BD9-81ED-4DB2-BD59-A6C34878D82A}">
                    <a16:rowId xmlns:a16="http://schemas.microsoft.com/office/drawing/2014/main" val="978777052"/>
                  </a:ext>
                </a:extLst>
              </a:tr>
              <a:tr h="1430221">
                <a:tc>
                  <a:txBody>
                    <a:bodyPr/>
                    <a:lstStyle/>
                    <a:p>
                      <a:r>
                        <a:rPr kumimoji="1" lang="en-US" altLang="ja-JP" b="1" dirty="0">
                          <a:latin typeface="+mn-ea"/>
                          <a:ea typeface="+mn-ea"/>
                        </a:rPr>
                        <a:t>ISTJ</a:t>
                      </a:r>
                      <a:endParaRPr kumimoji="1" lang="ja-JP" altLang="en-US" b="1" dirty="0">
                        <a:latin typeface="+mn-ea"/>
                        <a:ea typeface="+mn-ea"/>
                      </a:endParaRPr>
                    </a:p>
                  </a:txBody>
                  <a:tcPr/>
                </a:tc>
                <a:tc>
                  <a:txBody>
                    <a:bodyPr/>
                    <a:lstStyle/>
                    <a:p>
                      <a:pPr marL="342900" marR="0" lvl="0" indent="-250825" algn="l" defTabSz="914400" rtl="0" eaLnBrk="1" fontAlgn="auto" latinLnBrk="0" hangingPunct="1">
                        <a:lnSpc>
                          <a:spcPct val="100000"/>
                        </a:lnSpc>
                        <a:spcBef>
                          <a:spcPts val="0"/>
                        </a:spcBef>
                        <a:spcAft>
                          <a:spcPts val="0"/>
                        </a:spcAft>
                        <a:buClrTx/>
                        <a:buSzTx/>
                        <a:buFont typeface="+mj-lt"/>
                        <a:buAutoNum type="arabicPeriod"/>
                        <a:tabLst/>
                        <a:defRPr/>
                      </a:pPr>
                      <a:r>
                        <a:rPr kumimoji="1" lang="ja-JP" altLang="ja-JP" sz="1600" b="1" kern="1200" dirty="0">
                          <a:solidFill>
                            <a:schemeClr val="tx1"/>
                          </a:solidFill>
                          <a:effectLst/>
                          <a:latin typeface="+mn-ea"/>
                          <a:ea typeface="+mn-ea"/>
                          <a:cs typeface="+mn-cs"/>
                        </a:rPr>
                        <a:t>了解しました。ポーカーを</a:t>
                      </a:r>
                      <a:r>
                        <a:rPr kumimoji="1" lang="ja-JP" altLang="ja-JP" sz="1600" b="1" kern="1200" dirty="0">
                          <a:solidFill>
                            <a:schemeClr val="accent2"/>
                          </a:solidFill>
                          <a:effectLst/>
                          <a:latin typeface="+mn-ea"/>
                          <a:ea typeface="+mn-ea"/>
                          <a:cs typeface="+mn-cs"/>
                        </a:rPr>
                        <a:t>している</a:t>
                      </a:r>
                      <a:r>
                        <a:rPr kumimoji="1" lang="ja-JP" altLang="ja-JP" sz="1600" b="1" kern="1200" dirty="0">
                          <a:solidFill>
                            <a:schemeClr val="tx1"/>
                          </a:solidFill>
                          <a:effectLst/>
                          <a:latin typeface="+mn-ea"/>
                          <a:ea typeface="+mn-ea"/>
                          <a:cs typeface="+mn-cs"/>
                        </a:rPr>
                        <a:t>画像を生成します。</a:t>
                      </a:r>
                      <a:endParaRPr kumimoji="1" lang="en-US" altLang="ja-JP" sz="1600" b="1" kern="1200" dirty="0">
                        <a:solidFill>
                          <a:schemeClr val="tx1"/>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Tx/>
                        <a:buSzTx/>
                        <a:buFont typeface="+mj-lt"/>
                        <a:buAutoNum type="arabicPeriod"/>
                        <a:tabLst/>
                        <a:defRPr/>
                      </a:pPr>
                      <a:endParaRPr kumimoji="1" lang="en-US" altLang="ja-JP" sz="1600" b="1" kern="1200" dirty="0">
                        <a:solidFill>
                          <a:schemeClr val="tx1"/>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chemeClr val="accent2"/>
                          </a:solidFill>
                          <a:effectLst/>
                          <a:latin typeface="+mn-ea"/>
                          <a:ea typeface="+mn-ea"/>
                          <a:cs typeface="+mn-cs"/>
                        </a:rPr>
                        <a:t>失礼しました</a:t>
                      </a:r>
                      <a:r>
                        <a:rPr kumimoji="1" lang="ja-JP" altLang="ja-JP" sz="1600" b="1" kern="1200" dirty="0">
                          <a:solidFill>
                            <a:schemeClr val="tx1"/>
                          </a:solidFill>
                          <a:effectLst/>
                          <a:latin typeface="+mn-ea"/>
                          <a:ea typeface="+mn-ea"/>
                          <a:cs typeface="+mn-cs"/>
                        </a:rPr>
                        <a:t>。</a:t>
                      </a:r>
                      <a:r>
                        <a:rPr kumimoji="1" lang="ja-JP" altLang="ja-JP" sz="1600" b="1" kern="1200" dirty="0">
                          <a:solidFill>
                            <a:schemeClr val="accent2"/>
                          </a:solidFill>
                          <a:effectLst/>
                          <a:latin typeface="+mn-ea"/>
                          <a:ea typeface="+mn-ea"/>
                          <a:cs typeface="+mn-cs"/>
                        </a:rPr>
                        <a:t>中央</a:t>
                      </a:r>
                      <a:r>
                        <a:rPr kumimoji="1" lang="ja-JP" altLang="ja-JP" sz="1600" b="1" kern="1200" dirty="0">
                          <a:solidFill>
                            <a:schemeClr val="tx1"/>
                          </a:solidFill>
                          <a:effectLst/>
                          <a:latin typeface="+mn-ea"/>
                          <a:ea typeface="+mn-ea"/>
                          <a:cs typeface="+mn-cs"/>
                        </a:rPr>
                        <a:t>のプレイヤーの手札が</a:t>
                      </a:r>
                      <a:r>
                        <a:rPr kumimoji="1" lang="en-US" altLang="ja-JP" sz="1600" b="1" kern="1200" dirty="0">
                          <a:solidFill>
                            <a:schemeClr val="tx1"/>
                          </a:solidFill>
                          <a:effectLst/>
                          <a:latin typeface="+mn-ea"/>
                          <a:ea typeface="+mn-ea"/>
                          <a:cs typeface="+mn-cs"/>
                        </a:rPr>
                        <a:t>2</a:t>
                      </a:r>
                      <a:r>
                        <a:rPr kumimoji="1" lang="ja-JP" altLang="ja-JP" sz="1600" b="1" kern="1200" dirty="0">
                          <a:solidFill>
                            <a:schemeClr val="tx1"/>
                          </a:solidFill>
                          <a:effectLst/>
                          <a:latin typeface="+mn-ea"/>
                          <a:ea typeface="+mn-ea"/>
                          <a:cs typeface="+mn-cs"/>
                        </a:rPr>
                        <a:t>枚になるように修正します。</a:t>
                      </a:r>
                    </a:p>
                  </a:txBody>
                  <a:tcPr/>
                </a:tc>
                <a:extLst>
                  <a:ext uri="{0D108BD9-81ED-4DB2-BD59-A6C34878D82A}">
                    <a16:rowId xmlns:a16="http://schemas.microsoft.com/office/drawing/2014/main" val="883533068"/>
                  </a:ext>
                </a:extLst>
              </a:tr>
              <a:tr h="1640462">
                <a:tc>
                  <a:txBody>
                    <a:bodyPr/>
                    <a:lstStyle/>
                    <a:p>
                      <a:r>
                        <a:rPr kumimoji="1" lang="en-US" altLang="ja-JP" b="1" dirty="0">
                          <a:latin typeface="+mn-ea"/>
                          <a:ea typeface="+mn-ea"/>
                        </a:rPr>
                        <a:t>ENFP</a:t>
                      </a:r>
                      <a:endParaRPr kumimoji="1" lang="ja-JP" altLang="en-US" b="1" dirty="0">
                        <a:latin typeface="+mn-ea"/>
                        <a:ea typeface="+mn-ea"/>
                      </a:endParaRPr>
                    </a:p>
                  </a:txBody>
                  <a:tcPr/>
                </a:tc>
                <a:tc>
                  <a:txBody>
                    <a:bodyPr/>
                    <a:lstStyle/>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chemeClr val="tx1"/>
                          </a:solidFill>
                          <a:effectLst/>
                          <a:latin typeface="+mn-ea"/>
                          <a:ea typeface="+mn-ea"/>
                          <a:cs typeface="+mn-cs"/>
                        </a:rPr>
                        <a:t>了解</a:t>
                      </a:r>
                      <a:r>
                        <a:rPr kumimoji="1" lang="ja-JP" altLang="ja-JP" sz="1600" b="1" kern="1200" dirty="0">
                          <a:solidFill>
                            <a:srgbClr val="FF0000"/>
                          </a:solidFill>
                          <a:effectLst/>
                          <a:latin typeface="+mn-ea"/>
                          <a:ea typeface="+mn-ea"/>
                          <a:cs typeface="+mn-cs"/>
                        </a:rPr>
                        <a:t>だよ！</a:t>
                      </a:r>
                      <a:r>
                        <a:rPr kumimoji="1" lang="ja-JP" altLang="ja-JP" sz="1600" b="1" kern="1200" dirty="0">
                          <a:solidFill>
                            <a:schemeClr val="tx1"/>
                          </a:solidFill>
                          <a:effectLst/>
                          <a:latin typeface="+mn-ea"/>
                          <a:ea typeface="+mn-ea"/>
                          <a:cs typeface="+mn-cs"/>
                        </a:rPr>
                        <a:t>ポーカー</a:t>
                      </a:r>
                      <a:r>
                        <a:rPr kumimoji="1" lang="ja-JP" altLang="ja-JP" sz="1600" b="1" kern="1200" dirty="0">
                          <a:solidFill>
                            <a:srgbClr val="FF0000"/>
                          </a:solidFill>
                          <a:effectLst/>
                          <a:latin typeface="+mn-ea"/>
                          <a:ea typeface="+mn-ea"/>
                          <a:cs typeface="+mn-cs"/>
                        </a:rPr>
                        <a:t>してる</a:t>
                      </a:r>
                      <a:r>
                        <a:rPr kumimoji="1" lang="ja-JP" altLang="ja-JP" sz="1600" b="1" kern="1200" dirty="0">
                          <a:solidFill>
                            <a:schemeClr val="tx1"/>
                          </a:solidFill>
                          <a:effectLst/>
                          <a:latin typeface="+mn-ea"/>
                          <a:ea typeface="+mn-ea"/>
                          <a:cs typeface="+mn-cs"/>
                        </a:rPr>
                        <a:t>画像、</a:t>
                      </a:r>
                      <a:r>
                        <a:rPr kumimoji="1" lang="ja-JP" altLang="ja-JP" sz="1600" b="1" kern="1200" dirty="0">
                          <a:solidFill>
                            <a:srgbClr val="FF0000"/>
                          </a:solidFill>
                          <a:effectLst/>
                          <a:latin typeface="+mn-ea"/>
                          <a:ea typeface="+mn-ea"/>
                          <a:cs typeface="+mn-cs"/>
                        </a:rPr>
                        <a:t>つくってみるね。</a:t>
                      </a:r>
                      <a:endParaRPr kumimoji="1" lang="en-US" altLang="ja-JP" sz="1600" b="1" kern="1200" dirty="0">
                        <a:solidFill>
                          <a:srgbClr val="FF0000"/>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endParaRPr kumimoji="1" lang="en-US" altLang="ja-JP" sz="1600" b="1" kern="1200" dirty="0">
                        <a:solidFill>
                          <a:srgbClr val="FF0000"/>
                        </a:solidFill>
                        <a:effectLst/>
                        <a:latin typeface="+mn-ea"/>
                        <a:ea typeface="+mn-ea"/>
                        <a:cs typeface="+mn-cs"/>
                      </a:endParaRPr>
                    </a:p>
                    <a:p>
                      <a:pPr marL="342900" marR="0" lvl="0" indent="-250825" algn="l" defTabSz="914400" rtl="0" eaLnBrk="1" fontAlgn="auto" latinLnBrk="0" hangingPunct="1">
                        <a:lnSpc>
                          <a:spcPct val="100000"/>
                        </a:lnSpc>
                        <a:spcBef>
                          <a:spcPts val="0"/>
                        </a:spcBef>
                        <a:spcAft>
                          <a:spcPts val="0"/>
                        </a:spcAft>
                        <a:buClr>
                          <a:schemeClr val="tx1"/>
                        </a:buClr>
                        <a:buSzTx/>
                        <a:buFont typeface="+mj-lt"/>
                        <a:buAutoNum type="arabicPeriod"/>
                        <a:tabLst/>
                        <a:defRPr/>
                      </a:pPr>
                      <a:r>
                        <a:rPr kumimoji="1" lang="ja-JP" altLang="ja-JP" sz="1600" b="1" kern="1200" dirty="0">
                          <a:solidFill>
                            <a:srgbClr val="FF0000"/>
                          </a:solidFill>
                          <a:effectLst/>
                          <a:latin typeface="+mn-ea"/>
                          <a:ea typeface="+mn-ea"/>
                          <a:cs typeface="+mn-cs"/>
                        </a:rPr>
                        <a:t>ごめんね！</a:t>
                      </a:r>
                      <a:r>
                        <a:rPr kumimoji="1" lang="ja-JP" altLang="ja-JP" sz="1600" b="1" kern="1200" dirty="0">
                          <a:solidFill>
                            <a:schemeClr val="tx1"/>
                          </a:solidFill>
                          <a:effectLst/>
                          <a:latin typeface="+mn-ea"/>
                          <a:ea typeface="+mn-ea"/>
                          <a:cs typeface="+mn-cs"/>
                        </a:rPr>
                        <a:t>真ん中のプレイヤーの手札が</a:t>
                      </a:r>
                      <a:r>
                        <a:rPr kumimoji="1" lang="ja-JP" altLang="ja-JP" sz="1600" b="1" kern="1200" dirty="0">
                          <a:solidFill>
                            <a:srgbClr val="FF0000"/>
                          </a:solidFill>
                          <a:effectLst/>
                          <a:latin typeface="+mn-ea"/>
                          <a:ea typeface="+mn-ea"/>
                          <a:cs typeface="+mn-cs"/>
                        </a:rPr>
                        <a:t>ちゃんと</a:t>
                      </a:r>
                      <a:r>
                        <a:rPr kumimoji="1" lang="en-US" altLang="ja-JP" sz="1600" b="1" kern="1200" dirty="0">
                          <a:solidFill>
                            <a:schemeClr val="tx1"/>
                          </a:solidFill>
                          <a:effectLst/>
                          <a:latin typeface="+mn-ea"/>
                          <a:ea typeface="+mn-ea"/>
                          <a:cs typeface="+mn-cs"/>
                        </a:rPr>
                        <a:t>2</a:t>
                      </a:r>
                      <a:r>
                        <a:rPr kumimoji="1" lang="ja-JP" altLang="ja-JP" sz="1600" b="1" kern="1200" dirty="0">
                          <a:solidFill>
                            <a:schemeClr val="tx1"/>
                          </a:solidFill>
                          <a:effectLst/>
                          <a:latin typeface="+mn-ea"/>
                          <a:ea typeface="+mn-ea"/>
                          <a:cs typeface="+mn-cs"/>
                        </a:rPr>
                        <a:t>枚になるように</a:t>
                      </a:r>
                      <a:r>
                        <a:rPr kumimoji="1" lang="ja-JP" altLang="ja-JP" sz="1600" b="1" kern="1200" dirty="0">
                          <a:solidFill>
                            <a:srgbClr val="FF0000"/>
                          </a:solidFill>
                          <a:effectLst/>
                          <a:latin typeface="+mn-ea"/>
                          <a:ea typeface="+mn-ea"/>
                          <a:cs typeface="+mn-cs"/>
                        </a:rPr>
                        <a:t>直してみるね</a:t>
                      </a:r>
                      <a:r>
                        <a:rPr kumimoji="1" lang="ja-JP" altLang="en-US" sz="1600" kern="1200" dirty="0">
                          <a:solidFill>
                            <a:srgbClr val="FF0000"/>
                          </a:solidFill>
                          <a:effectLst/>
                          <a:latin typeface="+mn-ea"/>
                          <a:ea typeface="+mn-ea"/>
                          <a:cs typeface="+mn-cs"/>
                        </a:rPr>
                        <a:t>。</a:t>
                      </a:r>
                      <a:endParaRPr kumimoji="1" lang="ja-JP" altLang="ja-JP" sz="1600" b="1" kern="1200" dirty="0">
                        <a:solidFill>
                          <a:srgbClr val="FF0000"/>
                        </a:solidFill>
                        <a:effectLst/>
                        <a:latin typeface="+mn-ea"/>
                        <a:ea typeface="+mn-ea"/>
                        <a:cs typeface="+mn-cs"/>
                      </a:endParaRPr>
                    </a:p>
                  </a:txBody>
                  <a:tcPr/>
                </a:tc>
                <a:extLst>
                  <a:ext uri="{0D108BD9-81ED-4DB2-BD59-A6C34878D82A}">
                    <a16:rowId xmlns:a16="http://schemas.microsoft.com/office/drawing/2014/main" val="949451827"/>
                  </a:ext>
                </a:extLst>
              </a:tr>
            </a:tbl>
          </a:graphicData>
        </a:graphic>
      </p:graphicFrame>
      <p:grpSp>
        <p:nvGrpSpPr>
          <p:cNvPr id="4" name="グループ化 3">
            <a:extLst>
              <a:ext uri="{FF2B5EF4-FFF2-40B4-BE49-F238E27FC236}">
                <a16:creationId xmlns:a16="http://schemas.microsoft.com/office/drawing/2014/main" id="{5062F1A4-30D9-05CD-F22F-DD7320EAB08C}"/>
              </a:ext>
            </a:extLst>
          </p:cNvPr>
          <p:cNvGrpSpPr/>
          <p:nvPr/>
        </p:nvGrpSpPr>
        <p:grpSpPr>
          <a:xfrm>
            <a:off x="3393710" y="3828640"/>
            <a:ext cx="1781948" cy="952877"/>
            <a:chOff x="445978" y="3354519"/>
            <a:chExt cx="1781948" cy="952877"/>
          </a:xfrm>
        </p:grpSpPr>
        <p:pic>
          <p:nvPicPr>
            <p:cNvPr id="39" name="図 38">
              <a:extLst>
                <a:ext uri="{FF2B5EF4-FFF2-40B4-BE49-F238E27FC236}">
                  <a16:creationId xmlns:a16="http://schemas.microsoft.com/office/drawing/2014/main" id="{8FFA897E-4273-89C5-41A0-CFF479650867}"/>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69456" y="3354519"/>
              <a:ext cx="1158470" cy="952877"/>
            </a:xfrm>
            <a:prstGeom prst="rect">
              <a:avLst/>
            </a:prstGeom>
          </p:spPr>
        </p:pic>
        <p:pic>
          <p:nvPicPr>
            <p:cNvPr id="2" name="Picture 2" descr="アイコン&#10;&#10;自動的に生成された説明">
              <a:extLst>
                <a:ext uri="{FF2B5EF4-FFF2-40B4-BE49-F238E27FC236}">
                  <a16:creationId xmlns:a16="http://schemas.microsoft.com/office/drawing/2014/main" id="{E11EAA1B-B53E-CD94-B4F5-FCC941AE4F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78" y="3789562"/>
              <a:ext cx="490761" cy="49076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グループ化 5">
            <a:extLst>
              <a:ext uri="{FF2B5EF4-FFF2-40B4-BE49-F238E27FC236}">
                <a16:creationId xmlns:a16="http://schemas.microsoft.com/office/drawing/2014/main" id="{D432B064-8BCE-5BFD-F9C4-76C34EF11162}"/>
              </a:ext>
            </a:extLst>
          </p:cNvPr>
          <p:cNvGrpSpPr/>
          <p:nvPr/>
        </p:nvGrpSpPr>
        <p:grpSpPr>
          <a:xfrm>
            <a:off x="3393710" y="5327606"/>
            <a:ext cx="1693216" cy="952877"/>
            <a:chOff x="445979" y="4583963"/>
            <a:chExt cx="1693216" cy="952877"/>
          </a:xfrm>
        </p:grpSpPr>
        <p:pic>
          <p:nvPicPr>
            <p:cNvPr id="40" name="図 39">
              <a:extLst>
                <a:ext uri="{FF2B5EF4-FFF2-40B4-BE49-F238E27FC236}">
                  <a16:creationId xmlns:a16="http://schemas.microsoft.com/office/drawing/2014/main" id="{AD700141-D35B-BB07-BA30-3806ACFDC39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069456" y="4583963"/>
              <a:ext cx="1069739" cy="952877"/>
            </a:xfrm>
            <a:prstGeom prst="rect">
              <a:avLst/>
            </a:prstGeom>
          </p:spPr>
        </p:pic>
        <p:pic>
          <p:nvPicPr>
            <p:cNvPr id="3" name="Picture 2" descr="アイコン&#10;&#10;自動的に生成された説明">
              <a:extLst>
                <a:ext uri="{FF2B5EF4-FFF2-40B4-BE49-F238E27FC236}">
                  <a16:creationId xmlns:a16="http://schemas.microsoft.com/office/drawing/2014/main" id="{A65C2AA2-26DE-2A0D-8947-59E6F4F70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79" y="5046079"/>
              <a:ext cx="490761" cy="490761"/>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テキスト ボックス 7">
            <a:extLst>
              <a:ext uri="{FF2B5EF4-FFF2-40B4-BE49-F238E27FC236}">
                <a16:creationId xmlns:a16="http://schemas.microsoft.com/office/drawing/2014/main" id="{D7356E87-E435-2622-0C48-A7D148CB72A7}"/>
              </a:ext>
            </a:extLst>
          </p:cNvPr>
          <p:cNvSpPr txBox="1"/>
          <p:nvPr/>
        </p:nvSpPr>
        <p:spPr>
          <a:xfrm>
            <a:off x="164578" y="2980494"/>
            <a:ext cx="2982419" cy="2893100"/>
          </a:xfrm>
          <a:prstGeom prst="rect">
            <a:avLst/>
          </a:prstGeom>
          <a:noFill/>
        </p:spPr>
        <p:txBody>
          <a:bodyPr wrap="square">
            <a:spAutoFit/>
          </a:bodyPr>
          <a:lstStyle/>
          <a:p>
            <a:r>
              <a:rPr kumimoji="1" lang="ja-JP" altLang="en-US" sz="1800" b="1" kern="1200" dirty="0">
                <a:solidFill>
                  <a:schemeClr val="tx1"/>
                </a:solidFill>
                <a:effectLst/>
                <a:latin typeface="+mn-ea"/>
                <a:ea typeface="+mn-ea"/>
                <a:cs typeface="+mn-cs"/>
              </a:rPr>
              <a:t>変換前の文章</a:t>
            </a:r>
            <a:endParaRPr kumimoji="1" lang="en-US" altLang="ja-JP" sz="1800" b="1" kern="1200" dirty="0">
              <a:solidFill>
                <a:schemeClr val="tx1"/>
              </a:solidFill>
              <a:effectLst/>
              <a:latin typeface="+mn-ea"/>
              <a:ea typeface="+mn-ea"/>
              <a:cs typeface="+mn-cs"/>
            </a:endParaRPr>
          </a:p>
          <a:p>
            <a:endParaRPr kumimoji="1" lang="en-US" altLang="ja-JP" sz="1800" b="1" kern="1200" dirty="0">
              <a:solidFill>
                <a:schemeClr val="tx1"/>
              </a:solidFill>
              <a:effectLst/>
              <a:latin typeface="+mn-ea"/>
              <a:ea typeface="+mn-ea"/>
              <a:cs typeface="+mn-cs"/>
            </a:endParaRPr>
          </a:p>
          <a:p>
            <a:pPr marL="342900" indent="-250825">
              <a:buFont typeface="+mj-lt"/>
              <a:buAutoNum type="arabicPeriod"/>
            </a:pPr>
            <a:r>
              <a:rPr kumimoji="1" lang="ja-JP" altLang="en-US" sz="1800" b="1" kern="1200" dirty="0">
                <a:solidFill>
                  <a:schemeClr val="tx1"/>
                </a:solidFill>
                <a:effectLst/>
                <a:latin typeface="+mn-ea"/>
                <a:ea typeface="+mn-ea"/>
                <a:cs typeface="+mn-cs"/>
              </a:rPr>
              <a:t>承知いたしました。ポーカーをプレイしている画像を作成します</a:t>
            </a:r>
            <a:endParaRPr kumimoji="1" lang="en-US" altLang="ja-JP" sz="1800" b="1" kern="1200" dirty="0">
              <a:solidFill>
                <a:schemeClr val="tx1"/>
              </a:solidFill>
              <a:effectLst/>
              <a:latin typeface="+mn-ea"/>
              <a:ea typeface="+mn-ea"/>
              <a:cs typeface="+mn-cs"/>
            </a:endParaRPr>
          </a:p>
          <a:p>
            <a:pPr marL="342900" indent="-250825">
              <a:buFont typeface="+mj-lt"/>
              <a:buAutoNum type="arabicPeriod"/>
            </a:pPr>
            <a:endParaRPr kumimoji="1" lang="ja-JP" altLang="en-US" sz="2000" b="1" kern="1200" dirty="0">
              <a:solidFill>
                <a:schemeClr val="tx1"/>
              </a:solidFill>
              <a:effectLst/>
              <a:latin typeface="+mn-ea"/>
              <a:ea typeface="+mn-ea"/>
              <a:cs typeface="+mn-cs"/>
            </a:endParaRPr>
          </a:p>
          <a:p>
            <a:pPr marL="342900" indent="-250825">
              <a:buFont typeface="+mj-lt"/>
              <a:buAutoNum type="arabicPeriod"/>
            </a:pPr>
            <a:r>
              <a:rPr kumimoji="1" lang="ja-JP" altLang="en-US" sz="1800" b="1" kern="1200" dirty="0">
                <a:solidFill>
                  <a:schemeClr val="tx1"/>
                </a:solidFill>
                <a:effectLst/>
                <a:latin typeface="+mn-ea"/>
                <a:ea typeface="+mn-ea"/>
                <a:cs typeface="+mn-cs"/>
              </a:rPr>
              <a:t>申し訳ありません。真ん中のプレイヤーの手札が</a:t>
            </a:r>
            <a:r>
              <a:rPr kumimoji="1" lang="en-US" altLang="ja-JP" sz="1800" b="1" kern="1200" dirty="0">
                <a:solidFill>
                  <a:schemeClr val="tx1"/>
                </a:solidFill>
                <a:effectLst/>
                <a:latin typeface="+mn-ea"/>
                <a:ea typeface="+mn-ea"/>
                <a:cs typeface="+mn-cs"/>
              </a:rPr>
              <a:t>2</a:t>
            </a:r>
            <a:r>
              <a:rPr kumimoji="1" lang="ja-JP" altLang="en-US" sz="1800" b="1" kern="1200" dirty="0">
                <a:solidFill>
                  <a:schemeClr val="tx1"/>
                </a:solidFill>
                <a:effectLst/>
                <a:latin typeface="+mn-ea"/>
                <a:ea typeface="+mn-ea"/>
                <a:cs typeface="+mn-cs"/>
              </a:rPr>
              <a:t>枚になるように修正します</a:t>
            </a:r>
            <a:endParaRPr lang="ja-JP" altLang="en-US" sz="1800" b="1" dirty="0">
              <a:latin typeface="+mn-ea"/>
              <a:ea typeface="+mn-ea"/>
            </a:endParaRPr>
          </a:p>
        </p:txBody>
      </p:sp>
    </p:spTree>
    <p:extLst>
      <p:ext uri="{BB962C8B-B14F-4D97-AF65-F5344CB8AC3E}">
        <p14:creationId xmlns:p14="http://schemas.microsoft.com/office/powerpoint/2010/main" val="1789325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2F04-D3B7-4817-48C9-449EE4C45D70}"/>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9632588F-5EBA-4B1F-82A9-105DA0357EF3}"/>
              </a:ext>
            </a:extLst>
          </p:cNvPr>
          <p:cNvSpPr>
            <a:spLocks noGrp="1"/>
          </p:cNvSpPr>
          <p:nvPr>
            <p:ph type="sldNum" sz="quarter" idx="12"/>
          </p:nvPr>
        </p:nvSpPr>
        <p:spPr/>
        <p:txBody>
          <a:bodyPr/>
          <a:lstStyle/>
          <a:p>
            <a:fld id="{18020408-E1FF-429E-A8D5-EB2A190A0D77}" type="slidenum">
              <a:rPr kumimoji="1" lang="ja-JP" altLang="en-US" smtClean="0"/>
              <a:t>13</a:t>
            </a:fld>
            <a:endParaRPr kumimoji="1" lang="ja-JP" altLang="en-US"/>
          </a:p>
        </p:txBody>
      </p:sp>
      <p:sp>
        <p:nvSpPr>
          <p:cNvPr id="5" name="タイトル 4">
            <a:extLst>
              <a:ext uri="{FF2B5EF4-FFF2-40B4-BE49-F238E27FC236}">
                <a16:creationId xmlns:a16="http://schemas.microsoft.com/office/drawing/2014/main" id="{6E47273E-5655-8BF1-C5A2-25C22ADDEFBB}"/>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ECDC8C3F-28EE-D686-E902-80FC076D7DF6}"/>
              </a:ext>
            </a:extLst>
          </p:cNvPr>
          <p:cNvSpPr txBox="1"/>
          <p:nvPr/>
        </p:nvSpPr>
        <p:spPr>
          <a:xfrm>
            <a:off x="266991" y="1042388"/>
            <a:ext cx="8610017" cy="4700982"/>
          </a:xfrm>
          <a:prstGeom prst="rect">
            <a:avLst/>
          </a:prstGeom>
          <a:noFill/>
        </p:spPr>
        <p:txBody>
          <a:bodyPr wrap="square">
            <a:noAutofit/>
          </a:bodyPr>
          <a:lstStyle/>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a:t>
            </a:r>
            <a:endParaRPr lang="en-US" altLang="ja-JP" sz="2000" b="1" dirty="0"/>
          </a:p>
          <a:p>
            <a:r>
              <a:rPr lang="ja-JP" altLang="en-US" sz="2000" b="1" dirty="0"/>
              <a:t>対する印象に与える影響の調査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ct val="1500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fontAlgn="base">
              <a:spcAft>
                <a:spcPts val="1200"/>
              </a:spcAft>
            </a:pPr>
            <a:r>
              <a:rPr lang="ja-JP" altLang="en-US" sz="2000" b="1" dirty="0">
                <a:solidFill>
                  <a:srgbClr val="000000"/>
                </a:solidFill>
                <a:latin typeface="+mn-ea"/>
                <a:ea typeface="Yu Gothic" panose="020B0400000000000000" pitchFamily="50" charset="-128"/>
              </a:rPr>
              <a:t>人格の異なる</a:t>
            </a:r>
            <a:r>
              <a:rPr lang="en-US" altLang="ja-JP" sz="2000" b="1" dirty="0">
                <a:solidFill>
                  <a:srgbClr val="000000"/>
                </a:solidFill>
                <a:latin typeface="+mn-ea"/>
                <a:ea typeface="Yu Gothic" panose="020B0400000000000000" pitchFamily="50" charset="-128"/>
              </a:rPr>
              <a:t>3</a:t>
            </a:r>
            <a:r>
              <a:rPr lang="ja-JP" altLang="en-US" sz="2000" b="1" dirty="0">
                <a:solidFill>
                  <a:srgbClr val="000000"/>
                </a:solidFill>
                <a:latin typeface="+mn-ea"/>
                <a:ea typeface="Yu Gothic" panose="020B0400000000000000" pitchFamily="50" charset="-128"/>
              </a:rPr>
              <a:t>つの</a:t>
            </a:r>
            <a:r>
              <a:rPr lang="ja-JP" altLang="en-US" sz="2000" b="1" dirty="0">
                <a:latin typeface="+mn-ea"/>
                <a:ea typeface="Yu Gothic" panose="020B0400000000000000" pitchFamily="50" charset="-128"/>
              </a:rPr>
              <a:t>条件</a:t>
            </a:r>
            <a:r>
              <a:rPr lang="en-US" altLang="ja-JP" sz="2000" dirty="0">
                <a:solidFill>
                  <a:srgbClr val="000000"/>
                </a:solidFill>
                <a:latin typeface="Yu Gothic" panose="020B0400000000000000" pitchFamily="50" charset="-128"/>
                <a:ea typeface="Meiryo UI" panose="020B0604030504040204" pitchFamily="50" charset="-128"/>
              </a:rPr>
              <a:t>​</a:t>
            </a: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Yu Gothic" panose="020B0400000000000000" pitchFamily="50" charset="-128"/>
              <a:ea typeface="Meiryo UI" panose="020B0604030504040204" pitchFamily="50" charset="-128"/>
            </a:endParaRPr>
          </a:p>
          <a:p>
            <a:pPr fontAlgn="base">
              <a:lnSpc>
                <a:spcPts val="1875"/>
              </a:lnSpc>
              <a:spcAft>
                <a:spcPts val="1200"/>
              </a:spcAft>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b="1" dirty="0">
              <a:solidFill>
                <a:srgbClr val="000000"/>
              </a:solidFill>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a:p>
            <a:pPr algn="l" rtl="0" fontAlgn="base">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buNone/>
            </a:pPr>
            <a:r>
              <a:rPr lang="ja-JP" altLang="ja-JP" sz="2000" b="1" i="0" u="none" strike="noStrike" dirty="0">
                <a:effectLst/>
                <a:latin typeface="+mn-ea"/>
              </a:rPr>
              <a:t>クラウドソーシングを利用した</a:t>
            </a:r>
            <a:r>
              <a:rPr lang="en-US" altLang="ja-JP" sz="2000" b="1" i="0" u="none" strike="noStrike" dirty="0">
                <a:effectLst/>
                <a:latin typeface="+mn-ea"/>
              </a:rPr>
              <a:t>Web</a:t>
            </a:r>
            <a:r>
              <a:rPr lang="ja-JP" altLang="ja-JP" sz="2000" b="1" i="0" u="none" strike="noStrike" dirty="0">
                <a:effectLst/>
                <a:latin typeface="+mn-ea"/>
              </a:rPr>
              <a:t>実験</a:t>
            </a:r>
            <a:r>
              <a:rPr lang="en-US" altLang="ja-JP" sz="2000" b="0" i="0" dirty="0">
                <a:effectLst/>
                <a:latin typeface="+mn-ea"/>
              </a:rPr>
              <a:t>​</a:t>
            </a:r>
          </a:p>
          <a:p>
            <a:pPr algn="l" rtl="0" fontAlgn="base">
              <a:buNone/>
            </a:pPr>
            <a:r>
              <a:rPr lang="ja-JP" altLang="ja-JP" sz="2000" b="1" i="0" u="none" strike="noStrike" dirty="0">
                <a:effectLst/>
                <a:latin typeface="+mn-ea"/>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2" name="四角形: 角を丸くする 1">
            <a:extLst>
              <a:ext uri="{FF2B5EF4-FFF2-40B4-BE49-F238E27FC236}">
                <a16:creationId xmlns:a16="http://schemas.microsoft.com/office/drawing/2014/main" id="{AE692515-CF6A-7ADB-0A38-AE3A1378D1EF}"/>
              </a:ext>
            </a:extLst>
          </p:cNvPr>
          <p:cNvSpPr/>
          <p:nvPr/>
        </p:nvSpPr>
        <p:spPr>
          <a:xfrm>
            <a:off x="313264"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テキスト ボックス 10">
            <a:extLst>
              <a:ext uri="{FF2B5EF4-FFF2-40B4-BE49-F238E27FC236}">
                <a16:creationId xmlns:a16="http://schemas.microsoft.com/office/drawing/2014/main" id="{E1BBA6D8-32BE-FFC3-839C-E2B1DB39FA2E}"/>
              </a:ext>
            </a:extLst>
          </p:cNvPr>
          <p:cNvSpPr txBox="1"/>
          <p:nvPr/>
        </p:nvSpPr>
        <p:spPr>
          <a:xfrm>
            <a:off x="691686" y="3304537"/>
            <a:ext cx="2024855" cy="366273"/>
          </a:xfrm>
          <a:prstGeom prst="rect">
            <a:avLst/>
          </a:prstGeom>
          <a:solidFill>
            <a:schemeClr val="bg1"/>
          </a:solidFill>
        </p:spPr>
        <p:txBody>
          <a:bodyPr wrap="square">
            <a:noAutofit/>
          </a:bodyPr>
          <a:lstStyle/>
          <a:p>
            <a:r>
              <a:rPr lang="ja-JP" altLang="en-US" b="1" dirty="0">
                <a:solidFill>
                  <a:schemeClr val="accent1"/>
                </a:solidFill>
              </a:rPr>
              <a:t>人格設定なし条件</a:t>
            </a:r>
            <a:endParaRPr lang="ja-JP" altLang="en-US" dirty="0">
              <a:solidFill>
                <a:schemeClr val="accent1"/>
              </a:solidFill>
            </a:endParaRPr>
          </a:p>
        </p:txBody>
      </p:sp>
      <p:pic>
        <p:nvPicPr>
          <p:cNvPr id="16" name="Picture 4" descr="ロゴ&#10;&#10;自動的に生成された説明">
            <a:extLst>
              <a:ext uri="{FF2B5EF4-FFF2-40B4-BE49-F238E27FC236}">
                <a16:creationId xmlns:a16="http://schemas.microsoft.com/office/drawing/2014/main" id="{6640CD9B-9700-BDD2-2955-77C01E5DC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5216" y="3868826"/>
            <a:ext cx="2237796" cy="826164"/>
          </a:xfrm>
          <a:prstGeom prst="rect">
            <a:avLst/>
          </a:prstGeom>
          <a:noFill/>
          <a:extLst>
            <a:ext uri="{909E8E84-426E-40DD-AFC4-6F175D3DCCD1}">
              <a14:hiddenFill xmlns:a14="http://schemas.microsoft.com/office/drawing/2010/main">
                <a:solidFill>
                  <a:srgbClr val="FFFFFF"/>
                </a:solidFill>
              </a14:hiddenFill>
            </a:ext>
          </a:extLst>
        </p:spPr>
      </p:pic>
      <p:sp>
        <p:nvSpPr>
          <p:cNvPr id="21" name="四角形: 角を丸くする 20">
            <a:extLst>
              <a:ext uri="{FF2B5EF4-FFF2-40B4-BE49-F238E27FC236}">
                <a16:creationId xmlns:a16="http://schemas.microsoft.com/office/drawing/2014/main" id="{5CD43E02-9E32-8853-871B-8C496EF261EC}"/>
              </a:ext>
            </a:extLst>
          </p:cNvPr>
          <p:cNvSpPr/>
          <p:nvPr/>
        </p:nvSpPr>
        <p:spPr>
          <a:xfrm>
            <a:off x="3256848"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2" name="四角形: 角を丸くする 21">
            <a:extLst>
              <a:ext uri="{FF2B5EF4-FFF2-40B4-BE49-F238E27FC236}">
                <a16:creationId xmlns:a16="http://schemas.microsoft.com/office/drawing/2014/main" id="{0475A4B1-2C8B-907B-0876-4B668F94F0AB}"/>
              </a:ext>
            </a:extLst>
          </p:cNvPr>
          <p:cNvSpPr/>
          <p:nvPr/>
        </p:nvSpPr>
        <p:spPr>
          <a:xfrm>
            <a:off x="4509992" y="3370758"/>
            <a:ext cx="1096665" cy="29296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3" name="テキスト ボックス 22">
            <a:extLst>
              <a:ext uri="{FF2B5EF4-FFF2-40B4-BE49-F238E27FC236}">
                <a16:creationId xmlns:a16="http://schemas.microsoft.com/office/drawing/2014/main" id="{9E61E23C-CE33-5534-EB4F-7BC1F5E681DF}"/>
              </a:ext>
            </a:extLst>
          </p:cNvPr>
          <p:cNvSpPr txBox="1"/>
          <p:nvPr/>
        </p:nvSpPr>
        <p:spPr>
          <a:xfrm>
            <a:off x="3531228" y="3161408"/>
            <a:ext cx="2216731" cy="652533"/>
          </a:xfrm>
          <a:prstGeom prst="rect">
            <a:avLst/>
          </a:prstGeom>
          <a:solidFill>
            <a:schemeClr val="bg1"/>
          </a:solidFill>
        </p:spPr>
        <p:txBody>
          <a:bodyPr wrap="square">
            <a:noAutofit/>
          </a:bodyPr>
          <a:lstStyle/>
          <a:p>
            <a:r>
              <a:rPr lang="en-US" altLang="ja-JP" b="1" dirty="0">
                <a:solidFill>
                  <a:schemeClr val="accent1"/>
                </a:solidFill>
                <a:latin typeface="+mn-ea"/>
              </a:rPr>
              <a:t>ISTJ</a:t>
            </a:r>
            <a:r>
              <a:rPr lang="ja-JP" altLang="en-US" b="1" dirty="0">
                <a:solidFill>
                  <a:schemeClr val="accent1"/>
                </a:solidFill>
                <a:latin typeface="+mn-ea"/>
              </a:rPr>
              <a:t>から</a:t>
            </a:r>
            <a:r>
              <a:rPr lang="en-US" altLang="ja-JP" b="1" dirty="0">
                <a:solidFill>
                  <a:schemeClr val="accent1"/>
                </a:solidFill>
                <a:latin typeface="+mn-ea"/>
              </a:rPr>
              <a:t>ENFP</a:t>
            </a:r>
            <a:r>
              <a:rPr lang="ja-JP" altLang="en-US" b="1" dirty="0">
                <a:solidFill>
                  <a:schemeClr val="accent1"/>
                </a:solidFill>
                <a:latin typeface="+mn-ea"/>
              </a:rPr>
              <a:t>への</a:t>
            </a:r>
            <a:endParaRPr lang="en-US" altLang="ja-JP" b="1" dirty="0">
              <a:solidFill>
                <a:schemeClr val="accent1"/>
              </a:solidFill>
              <a:latin typeface="+mn-ea"/>
            </a:endParaRPr>
          </a:p>
          <a:p>
            <a:r>
              <a:rPr lang="ja-JP" altLang="en-US" b="1" dirty="0">
                <a:solidFill>
                  <a:schemeClr val="accent1"/>
                </a:solidFill>
                <a:latin typeface="+mn-ea"/>
              </a:rPr>
              <a:t>人格切り替え条件</a:t>
            </a:r>
            <a:endParaRPr lang="ja-JP" altLang="en-US" dirty="0">
              <a:solidFill>
                <a:schemeClr val="accent1"/>
              </a:solidFill>
              <a:latin typeface="+mn-ea"/>
            </a:endParaRPr>
          </a:p>
        </p:txBody>
      </p:sp>
      <p:sp>
        <p:nvSpPr>
          <p:cNvPr id="26" name="四角形: 角を丸くする 25">
            <a:extLst>
              <a:ext uri="{FF2B5EF4-FFF2-40B4-BE49-F238E27FC236}">
                <a16:creationId xmlns:a16="http://schemas.microsoft.com/office/drawing/2014/main" id="{F7DC388F-257D-7EA6-5907-B673C30A6D42}"/>
              </a:ext>
            </a:extLst>
          </p:cNvPr>
          <p:cNvSpPr/>
          <p:nvPr/>
        </p:nvSpPr>
        <p:spPr>
          <a:xfrm>
            <a:off x="6181062" y="3444071"/>
            <a:ext cx="2786945" cy="183750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7" name="四角形: 角を丸くする 26">
            <a:extLst>
              <a:ext uri="{FF2B5EF4-FFF2-40B4-BE49-F238E27FC236}">
                <a16:creationId xmlns:a16="http://schemas.microsoft.com/office/drawing/2014/main" id="{0005FC92-C643-86FA-4DAD-56406E46476B}"/>
              </a:ext>
            </a:extLst>
          </p:cNvPr>
          <p:cNvSpPr/>
          <p:nvPr/>
        </p:nvSpPr>
        <p:spPr>
          <a:xfrm>
            <a:off x="7434206" y="3370758"/>
            <a:ext cx="1096665" cy="29296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8" name="テキスト ボックス 27">
            <a:extLst>
              <a:ext uri="{FF2B5EF4-FFF2-40B4-BE49-F238E27FC236}">
                <a16:creationId xmlns:a16="http://schemas.microsoft.com/office/drawing/2014/main" id="{7CD19BC6-4028-EFBD-89EC-3AFD45C9B9E3}"/>
              </a:ext>
            </a:extLst>
          </p:cNvPr>
          <p:cNvSpPr txBox="1"/>
          <p:nvPr/>
        </p:nvSpPr>
        <p:spPr>
          <a:xfrm>
            <a:off x="6499952" y="3161408"/>
            <a:ext cx="2216731" cy="652533"/>
          </a:xfrm>
          <a:prstGeom prst="rect">
            <a:avLst/>
          </a:prstGeom>
          <a:solidFill>
            <a:schemeClr val="bg1"/>
          </a:solidFill>
        </p:spPr>
        <p:txBody>
          <a:bodyPr wrap="square">
            <a:noAutofit/>
          </a:bodyPr>
          <a:lstStyle/>
          <a:p>
            <a:r>
              <a:rPr lang="en-US" altLang="ja-JP" b="1" dirty="0">
                <a:solidFill>
                  <a:schemeClr val="accent1"/>
                </a:solidFill>
                <a:latin typeface="+mn-ea"/>
              </a:rPr>
              <a:t>ENFP</a:t>
            </a:r>
            <a:r>
              <a:rPr lang="ja-JP" altLang="en-US" b="1" dirty="0">
                <a:solidFill>
                  <a:schemeClr val="accent1"/>
                </a:solidFill>
                <a:latin typeface="+mn-ea"/>
              </a:rPr>
              <a:t>から</a:t>
            </a:r>
            <a:r>
              <a:rPr lang="en-US" altLang="ja-JP" b="1" dirty="0">
                <a:solidFill>
                  <a:schemeClr val="accent1"/>
                </a:solidFill>
                <a:latin typeface="+mn-ea"/>
              </a:rPr>
              <a:t>ISTJ</a:t>
            </a:r>
            <a:r>
              <a:rPr lang="ja-JP" altLang="en-US" b="1" dirty="0">
                <a:solidFill>
                  <a:schemeClr val="accent1"/>
                </a:solidFill>
                <a:latin typeface="+mn-ea"/>
              </a:rPr>
              <a:t>への</a:t>
            </a:r>
            <a:endParaRPr lang="en-US" altLang="ja-JP" b="1" dirty="0">
              <a:solidFill>
                <a:schemeClr val="accent1"/>
              </a:solidFill>
              <a:latin typeface="+mn-ea"/>
            </a:endParaRPr>
          </a:p>
          <a:p>
            <a:r>
              <a:rPr lang="ja-JP" altLang="en-US" b="1" dirty="0">
                <a:solidFill>
                  <a:schemeClr val="accent1"/>
                </a:solidFill>
                <a:latin typeface="+mn-ea"/>
              </a:rPr>
              <a:t>人格切り替え条件</a:t>
            </a:r>
            <a:endParaRPr lang="ja-JP" altLang="en-US" dirty="0">
              <a:solidFill>
                <a:schemeClr val="accent1"/>
              </a:solidFill>
              <a:latin typeface="+mn-ea"/>
            </a:endParaRPr>
          </a:p>
          <a:p>
            <a:endParaRPr lang="ja-JP" altLang="en-US" dirty="0">
              <a:solidFill>
                <a:schemeClr val="accent1"/>
              </a:solidFill>
            </a:endParaRPr>
          </a:p>
        </p:txBody>
      </p:sp>
      <p:pic>
        <p:nvPicPr>
          <p:cNvPr id="32" name="図 31">
            <a:extLst>
              <a:ext uri="{FF2B5EF4-FFF2-40B4-BE49-F238E27FC236}">
                <a16:creationId xmlns:a16="http://schemas.microsoft.com/office/drawing/2014/main" id="{483A2FE0-DBA6-245E-C713-69EA0894D46B}"/>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3295072" y="3966747"/>
            <a:ext cx="1051201" cy="864645"/>
          </a:xfrm>
          <a:prstGeom prst="rect">
            <a:avLst/>
          </a:prstGeom>
        </p:spPr>
      </p:pic>
      <p:pic>
        <p:nvPicPr>
          <p:cNvPr id="33" name="図 32">
            <a:extLst>
              <a:ext uri="{FF2B5EF4-FFF2-40B4-BE49-F238E27FC236}">
                <a16:creationId xmlns:a16="http://schemas.microsoft.com/office/drawing/2014/main" id="{622EB834-3410-1806-054D-7C8A6EDC70FC}"/>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058324" y="3966820"/>
            <a:ext cx="970521" cy="864498"/>
          </a:xfrm>
          <a:prstGeom prst="rect">
            <a:avLst/>
          </a:prstGeom>
        </p:spPr>
      </p:pic>
      <p:sp>
        <p:nvSpPr>
          <p:cNvPr id="34" name="矢印: 右 33">
            <a:extLst>
              <a:ext uri="{FF2B5EF4-FFF2-40B4-BE49-F238E27FC236}">
                <a16:creationId xmlns:a16="http://schemas.microsoft.com/office/drawing/2014/main" id="{374A659B-9551-0F6E-074C-9973E55F51EB}"/>
              </a:ext>
            </a:extLst>
          </p:cNvPr>
          <p:cNvSpPr/>
          <p:nvPr/>
        </p:nvSpPr>
        <p:spPr>
          <a:xfrm>
            <a:off x="4470805" y="4131679"/>
            <a:ext cx="462987" cy="534781"/>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pic>
        <p:nvPicPr>
          <p:cNvPr id="39" name="図 38">
            <a:extLst>
              <a:ext uri="{FF2B5EF4-FFF2-40B4-BE49-F238E27FC236}">
                <a16:creationId xmlns:a16="http://schemas.microsoft.com/office/drawing/2014/main" id="{6E8DF51E-5A28-5004-E140-F3370CBCDA84}"/>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912089" y="3966747"/>
            <a:ext cx="1051201" cy="864645"/>
          </a:xfrm>
          <a:prstGeom prst="rect">
            <a:avLst/>
          </a:prstGeom>
        </p:spPr>
      </p:pic>
      <p:pic>
        <p:nvPicPr>
          <p:cNvPr id="40" name="図 39">
            <a:extLst>
              <a:ext uri="{FF2B5EF4-FFF2-40B4-BE49-F238E27FC236}">
                <a16:creationId xmlns:a16="http://schemas.microsoft.com/office/drawing/2014/main" id="{48686D1C-8DE9-EFB6-ECAC-73F527A7D3D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6166114" y="3966820"/>
            <a:ext cx="970521" cy="864498"/>
          </a:xfrm>
          <a:prstGeom prst="rect">
            <a:avLst/>
          </a:prstGeom>
        </p:spPr>
      </p:pic>
      <p:sp>
        <p:nvSpPr>
          <p:cNvPr id="41" name="矢印: 右 40">
            <a:extLst>
              <a:ext uri="{FF2B5EF4-FFF2-40B4-BE49-F238E27FC236}">
                <a16:creationId xmlns:a16="http://schemas.microsoft.com/office/drawing/2014/main" id="{0533EFE2-B729-61A6-EDC3-4ECB8D4C7192}"/>
              </a:ext>
            </a:extLst>
          </p:cNvPr>
          <p:cNvSpPr/>
          <p:nvPr/>
        </p:nvSpPr>
        <p:spPr>
          <a:xfrm>
            <a:off x="7311833" y="4139730"/>
            <a:ext cx="462987" cy="534781"/>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43" name="テキスト ボックス 42">
            <a:extLst>
              <a:ext uri="{FF2B5EF4-FFF2-40B4-BE49-F238E27FC236}">
                <a16:creationId xmlns:a16="http://schemas.microsoft.com/office/drawing/2014/main" id="{B41E149C-442C-4C55-061B-FD0E942E293C}"/>
              </a:ext>
            </a:extLst>
          </p:cNvPr>
          <p:cNvSpPr txBox="1"/>
          <p:nvPr/>
        </p:nvSpPr>
        <p:spPr>
          <a:xfrm>
            <a:off x="3340350" y="4821441"/>
            <a:ext cx="672188" cy="369332"/>
          </a:xfrm>
          <a:prstGeom prst="rect">
            <a:avLst/>
          </a:prstGeom>
          <a:noFill/>
        </p:spPr>
        <p:txBody>
          <a:bodyPr wrap="square">
            <a:spAutoFit/>
          </a:bodyPr>
          <a:lstStyle/>
          <a:p>
            <a:r>
              <a:rPr lang="en-US" altLang="ja-JP" b="1" dirty="0">
                <a:latin typeface="+mn-ea"/>
              </a:rPr>
              <a:t>ISTJ</a:t>
            </a:r>
            <a:endParaRPr lang="ja-JP" altLang="en-US" dirty="0">
              <a:latin typeface="+mn-ea"/>
            </a:endParaRPr>
          </a:p>
        </p:txBody>
      </p:sp>
      <p:sp>
        <p:nvSpPr>
          <p:cNvPr id="45" name="テキスト ボックス 44">
            <a:extLst>
              <a:ext uri="{FF2B5EF4-FFF2-40B4-BE49-F238E27FC236}">
                <a16:creationId xmlns:a16="http://schemas.microsoft.com/office/drawing/2014/main" id="{6EB50BA9-1F37-7217-A2A9-545C1A0A46A8}"/>
              </a:ext>
            </a:extLst>
          </p:cNvPr>
          <p:cNvSpPr txBox="1"/>
          <p:nvPr/>
        </p:nvSpPr>
        <p:spPr>
          <a:xfrm>
            <a:off x="5104950" y="4821441"/>
            <a:ext cx="863246" cy="369332"/>
          </a:xfrm>
          <a:prstGeom prst="rect">
            <a:avLst/>
          </a:prstGeom>
          <a:noFill/>
        </p:spPr>
        <p:txBody>
          <a:bodyPr wrap="square">
            <a:spAutoFit/>
          </a:bodyPr>
          <a:lstStyle/>
          <a:p>
            <a:r>
              <a:rPr lang="en-US" altLang="ja-JP" b="1" dirty="0">
                <a:latin typeface="+mn-ea"/>
              </a:rPr>
              <a:t>ENFP</a:t>
            </a:r>
            <a:endParaRPr lang="ja-JP" altLang="en-US" dirty="0">
              <a:latin typeface="+mn-ea"/>
            </a:endParaRPr>
          </a:p>
        </p:txBody>
      </p:sp>
      <p:sp>
        <p:nvSpPr>
          <p:cNvPr id="47" name="テキスト ボックス 46">
            <a:extLst>
              <a:ext uri="{FF2B5EF4-FFF2-40B4-BE49-F238E27FC236}">
                <a16:creationId xmlns:a16="http://schemas.microsoft.com/office/drawing/2014/main" id="{5601627B-CBF0-8D43-196A-07F9439565F6}"/>
              </a:ext>
            </a:extLst>
          </p:cNvPr>
          <p:cNvSpPr txBox="1"/>
          <p:nvPr/>
        </p:nvSpPr>
        <p:spPr>
          <a:xfrm>
            <a:off x="6200432" y="4821441"/>
            <a:ext cx="824752" cy="369332"/>
          </a:xfrm>
          <a:prstGeom prst="rect">
            <a:avLst/>
          </a:prstGeom>
          <a:noFill/>
        </p:spPr>
        <p:txBody>
          <a:bodyPr wrap="square">
            <a:spAutoFit/>
          </a:bodyPr>
          <a:lstStyle/>
          <a:p>
            <a:r>
              <a:rPr lang="en-US" altLang="ja-JP" b="1" dirty="0">
                <a:latin typeface="+mn-ea"/>
              </a:rPr>
              <a:t>ENFP</a:t>
            </a:r>
            <a:endParaRPr lang="ja-JP" altLang="en-US" dirty="0">
              <a:latin typeface="+mn-ea"/>
            </a:endParaRPr>
          </a:p>
        </p:txBody>
      </p:sp>
      <p:sp>
        <p:nvSpPr>
          <p:cNvPr id="49" name="テキスト ボックス 48">
            <a:extLst>
              <a:ext uri="{FF2B5EF4-FFF2-40B4-BE49-F238E27FC236}">
                <a16:creationId xmlns:a16="http://schemas.microsoft.com/office/drawing/2014/main" id="{2F032117-1B7C-02D0-E4C5-3F7AFE26D7D5}"/>
              </a:ext>
            </a:extLst>
          </p:cNvPr>
          <p:cNvSpPr txBox="1"/>
          <p:nvPr/>
        </p:nvSpPr>
        <p:spPr>
          <a:xfrm>
            <a:off x="7965024" y="4821441"/>
            <a:ext cx="694747" cy="369332"/>
          </a:xfrm>
          <a:prstGeom prst="rect">
            <a:avLst/>
          </a:prstGeom>
          <a:noFill/>
        </p:spPr>
        <p:txBody>
          <a:bodyPr wrap="square">
            <a:spAutoFit/>
          </a:bodyPr>
          <a:lstStyle/>
          <a:p>
            <a:r>
              <a:rPr lang="en-US" altLang="ja-JP" b="1" dirty="0">
                <a:latin typeface="+mn-ea"/>
              </a:rPr>
              <a:t>ISTJ</a:t>
            </a:r>
            <a:endParaRPr lang="ja-JP" altLang="en-US" dirty="0">
              <a:latin typeface="+mn-ea"/>
            </a:endParaRPr>
          </a:p>
        </p:txBody>
      </p:sp>
      <p:sp>
        <p:nvSpPr>
          <p:cNvPr id="51" name="テキスト ボックス 50">
            <a:extLst>
              <a:ext uri="{FF2B5EF4-FFF2-40B4-BE49-F238E27FC236}">
                <a16:creationId xmlns:a16="http://schemas.microsoft.com/office/drawing/2014/main" id="{66309915-4E5E-37BA-39E0-DCBFB733EE7F}"/>
              </a:ext>
            </a:extLst>
          </p:cNvPr>
          <p:cNvSpPr txBox="1"/>
          <p:nvPr/>
        </p:nvSpPr>
        <p:spPr>
          <a:xfrm>
            <a:off x="327325" y="4811565"/>
            <a:ext cx="2797214" cy="369332"/>
          </a:xfrm>
          <a:prstGeom prst="rect">
            <a:avLst/>
          </a:prstGeom>
          <a:noFill/>
        </p:spPr>
        <p:txBody>
          <a:bodyPr wrap="square">
            <a:spAutoFit/>
          </a:bodyPr>
          <a:lstStyle/>
          <a:p>
            <a:r>
              <a:rPr kumimoji="1" lang="en-US" altLang="ja-JP" sz="1800" b="1" dirty="0">
                <a:latin typeface="+mn-ea"/>
              </a:rPr>
              <a:t>Gemini 2.5 Flash Image </a:t>
            </a:r>
            <a:endParaRPr lang="ja-JP" altLang="en-US" sz="1800" dirty="0"/>
          </a:p>
        </p:txBody>
      </p:sp>
    </p:spTree>
    <p:extLst>
      <p:ext uri="{BB962C8B-B14F-4D97-AF65-F5344CB8AC3E}">
        <p14:creationId xmlns:p14="http://schemas.microsoft.com/office/powerpoint/2010/main" val="67404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BE1EA-525E-0FA4-B52A-C1957D268865}"/>
            </a:ext>
          </a:extLst>
        </p:cNvPr>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566F958B-2E15-81F6-8EF6-4626DC34CD88}"/>
              </a:ext>
            </a:extLst>
          </p:cNvPr>
          <p:cNvSpPr/>
          <p:nvPr/>
        </p:nvSpPr>
        <p:spPr>
          <a:xfrm>
            <a:off x="234233" y="3757807"/>
            <a:ext cx="4210867" cy="2795393"/>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6" name="スライド番号プレースホルダー 35">
            <a:extLst>
              <a:ext uri="{FF2B5EF4-FFF2-40B4-BE49-F238E27FC236}">
                <a16:creationId xmlns:a16="http://schemas.microsoft.com/office/drawing/2014/main" id="{4E4CDE93-55ED-9DFC-AC14-A7064FF1FCD8}"/>
              </a:ext>
            </a:extLst>
          </p:cNvPr>
          <p:cNvSpPr>
            <a:spLocks noGrp="1"/>
          </p:cNvSpPr>
          <p:nvPr>
            <p:ph type="sldNum" sz="quarter" idx="12"/>
          </p:nvPr>
        </p:nvSpPr>
        <p:spPr/>
        <p:txBody>
          <a:bodyPr>
            <a:noAutofit/>
          </a:bodyPr>
          <a:lstStyle/>
          <a:p>
            <a:fld id="{18020408-E1FF-429E-A8D5-EB2A190A0D77}" type="slidenum">
              <a:rPr kumimoji="1" lang="ja-JP" altLang="en-US" smtClean="0"/>
              <a:t>14</a:t>
            </a:fld>
            <a:endParaRPr kumimoji="1" lang="ja-JP" altLang="en-US"/>
          </a:p>
        </p:txBody>
      </p:sp>
      <p:sp>
        <p:nvSpPr>
          <p:cNvPr id="5" name="タイトル 4">
            <a:extLst>
              <a:ext uri="{FF2B5EF4-FFF2-40B4-BE49-F238E27FC236}">
                <a16:creationId xmlns:a16="http://schemas.microsoft.com/office/drawing/2014/main" id="{AFC5F3D9-23F5-81F1-609C-0B185A4C7D92}"/>
              </a:ext>
            </a:extLst>
          </p:cNvPr>
          <p:cNvSpPr>
            <a:spLocks noGrp="1"/>
          </p:cNvSpPr>
          <p:nvPr>
            <p:ph type="title"/>
          </p:nvPr>
        </p:nvSpPr>
        <p:spPr/>
        <p:txBody>
          <a:bodyPr>
            <a:noAutofit/>
          </a:bodyPr>
          <a:lstStyle/>
          <a:p>
            <a:r>
              <a:rPr lang="ja-JP" altLang="en-US" sz="3600" b="1" dirty="0">
                <a:solidFill>
                  <a:schemeClr val="bg1"/>
                </a:solidFill>
                <a:latin typeface="+mn-ea"/>
                <a:ea typeface="+mn-ea"/>
              </a:rPr>
              <a:t>提示する対話の内容</a:t>
            </a:r>
          </a:p>
        </p:txBody>
      </p:sp>
      <p:sp>
        <p:nvSpPr>
          <p:cNvPr id="15" name="テキスト ボックス 14">
            <a:extLst>
              <a:ext uri="{FF2B5EF4-FFF2-40B4-BE49-F238E27FC236}">
                <a16:creationId xmlns:a16="http://schemas.microsoft.com/office/drawing/2014/main" id="{37FCE1B9-8821-CA71-975A-939FBEA52A4B}"/>
              </a:ext>
            </a:extLst>
          </p:cNvPr>
          <p:cNvSpPr txBox="1"/>
          <p:nvPr/>
        </p:nvSpPr>
        <p:spPr>
          <a:xfrm>
            <a:off x="234233" y="1109796"/>
            <a:ext cx="8610017" cy="1691257"/>
          </a:xfrm>
          <a:prstGeom prst="rect">
            <a:avLst/>
          </a:prstGeom>
          <a:noFill/>
        </p:spPr>
        <p:txBody>
          <a:bodyPr wrap="square">
            <a:noAutofit/>
          </a:bodyPr>
          <a:lstStyle/>
          <a:p>
            <a:pPr fontAlgn="base">
              <a:lnSpc>
                <a:spcPts val="2400"/>
              </a:lnSpc>
            </a:pPr>
            <a:r>
              <a:rPr lang="ja-JP" altLang="en-US" sz="2000" b="1" i="0" u="none" strike="noStrike" dirty="0">
                <a:solidFill>
                  <a:schemeClr val="accent1"/>
                </a:solidFill>
                <a:effectLst/>
                <a:latin typeface="+mn-ea"/>
              </a:rPr>
              <a:t>状況設定</a:t>
            </a:r>
            <a:endParaRPr lang="en-US" altLang="ja-JP" sz="2000" b="1" i="0" u="none" strike="noStrike" dirty="0">
              <a:solidFill>
                <a:schemeClr val="accent1"/>
              </a:solidFill>
              <a:effectLst/>
              <a:latin typeface="+mn-ea"/>
            </a:endParaRPr>
          </a:p>
          <a:p>
            <a:pPr marL="358775" indent="-271463" fontAlgn="base">
              <a:lnSpc>
                <a:spcPts val="2400"/>
              </a:lnSpc>
              <a:buFont typeface="+mj-lt"/>
              <a:buAutoNum type="arabicPeriod"/>
            </a:pPr>
            <a:r>
              <a:rPr lang="ja-JP" altLang="en-US" sz="2000" b="1" dirty="0">
                <a:latin typeface="+mn-ea"/>
              </a:rPr>
              <a:t>エージェントに画像生成を依頼</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要求の達成不可による対話の行き詰まり</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セッション切り替え</a:t>
            </a:r>
            <a:endParaRPr lang="en-US" altLang="ja-JP" sz="2000" b="1" dirty="0">
              <a:latin typeface="+mn-ea"/>
            </a:endParaRPr>
          </a:p>
          <a:p>
            <a:pPr marL="358775" indent="-271463" fontAlgn="base">
              <a:lnSpc>
                <a:spcPts val="2400"/>
              </a:lnSpc>
              <a:buFont typeface="+mj-lt"/>
              <a:buAutoNum type="arabicPeriod"/>
            </a:pPr>
            <a:r>
              <a:rPr lang="ja-JP" altLang="en-US" sz="2000" b="1" dirty="0">
                <a:latin typeface="+mn-ea"/>
              </a:rPr>
              <a:t>依頼再開</a:t>
            </a:r>
            <a:endParaRPr lang="en-US" altLang="ja-JP" sz="2000" b="1" dirty="0">
              <a:latin typeface="+mn-ea"/>
            </a:endParaRPr>
          </a:p>
          <a:p>
            <a:pPr fontAlgn="base">
              <a:lnSpc>
                <a:spcPts val="2400"/>
              </a:lnSpc>
            </a:pPr>
            <a:endParaRPr lang="en-US" altLang="ja-JP" sz="2000" b="1" dirty="0">
              <a:solidFill>
                <a:schemeClr val="accent1"/>
              </a:solidFill>
              <a:latin typeface="+mn-ea"/>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3" name="四角形: 角を丸くする 2">
            <a:extLst>
              <a:ext uri="{FF2B5EF4-FFF2-40B4-BE49-F238E27FC236}">
                <a16:creationId xmlns:a16="http://schemas.microsoft.com/office/drawing/2014/main" id="{669A3136-E899-3611-CD86-9AA7CB712B6D}"/>
              </a:ext>
            </a:extLst>
          </p:cNvPr>
          <p:cNvSpPr/>
          <p:nvPr/>
        </p:nvSpPr>
        <p:spPr>
          <a:xfrm>
            <a:off x="4569507" y="3757434"/>
            <a:ext cx="4387532" cy="279576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6" name="四角形: 角を丸くする 5">
            <a:extLst>
              <a:ext uri="{FF2B5EF4-FFF2-40B4-BE49-F238E27FC236}">
                <a16:creationId xmlns:a16="http://schemas.microsoft.com/office/drawing/2014/main" id="{2D3126C7-4DB9-CB38-EA9E-6BBFC3A71B51}"/>
              </a:ext>
            </a:extLst>
          </p:cNvPr>
          <p:cNvSpPr/>
          <p:nvPr/>
        </p:nvSpPr>
        <p:spPr>
          <a:xfrm>
            <a:off x="1487377" y="3684495"/>
            <a:ext cx="1656980" cy="42518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11" name="テキスト ボックス 10">
            <a:extLst>
              <a:ext uri="{FF2B5EF4-FFF2-40B4-BE49-F238E27FC236}">
                <a16:creationId xmlns:a16="http://schemas.microsoft.com/office/drawing/2014/main" id="{C72EB8AC-5996-0E92-36D0-90B567CC0A5D}"/>
              </a:ext>
            </a:extLst>
          </p:cNvPr>
          <p:cNvSpPr txBox="1"/>
          <p:nvPr/>
        </p:nvSpPr>
        <p:spPr>
          <a:xfrm>
            <a:off x="5376867" y="3625819"/>
            <a:ext cx="2884050" cy="338657"/>
          </a:xfrm>
          <a:prstGeom prst="rect">
            <a:avLst/>
          </a:prstGeom>
          <a:solidFill>
            <a:schemeClr val="bg1"/>
          </a:solidFill>
        </p:spPr>
        <p:txBody>
          <a:bodyPr wrap="square">
            <a:noAutofit/>
          </a:bodyPr>
          <a:lstStyle/>
          <a:p>
            <a:r>
              <a:rPr kumimoji="1" lang="en-US" altLang="ja-JP" b="1" dirty="0">
                <a:solidFill>
                  <a:schemeClr val="accent1"/>
                </a:solidFill>
                <a:latin typeface="+mn-ea"/>
              </a:rPr>
              <a:t>MBTI</a:t>
            </a:r>
            <a:r>
              <a:rPr kumimoji="1" lang="ja-JP" altLang="en-US" b="1" dirty="0">
                <a:solidFill>
                  <a:schemeClr val="accent1"/>
                </a:solidFill>
                <a:latin typeface="+mn-ea"/>
              </a:rPr>
              <a:t>特性を付与する条件</a:t>
            </a:r>
            <a:endParaRPr kumimoji="1" lang="en-US" altLang="ja-JP" b="1" dirty="0">
              <a:solidFill>
                <a:schemeClr val="accent1"/>
              </a:solidFill>
            </a:endParaRPr>
          </a:p>
          <a:p>
            <a:endParaRPr lang="ja-JP" altLang="en-US" dirty="0">
              <a:solidFill>
                <a:schemeClr val="bg1"/>
              </a:solidFill>
            </a:endParaRPr>
          </a:p>
        </p:txBody>
      </p:sp>
      <p:pic>
        <p:nvPicPr>
          <p:cNvPr id="12" name="Picture 4" descr="ロゴ&#10;&#10;自動的に生成された説明">
            <a:extLst>
              <a:ext uri="{FF2B5EF4-FFF2-40B4-BE49-F238E27FC236}">
                <a16:creationId xmlns:a16="http://schemas.microsoft.com/office/drawing/2014/main" id="{254E6056-E282-578F-A79E-301E0AA92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39" y="5184780"/>
            <a:ext cx="1450318" cy="535437"/>
          </a:xfrm>
          <a:prstGeom prst="rect">
            <a:avLst/>
          </a:prstGeom>
          <a:noFill/>
          <a:extLst>
            <a:ext uri="{909E8E84-426E-40DD-AFC4-6F175D3DCCD1}">
              <a14:hiddenFill xmlns:a14="http://schemas.microsoft.com/office/drawing/2010/main">
                <a:solidFill>
                  <a:srgbClr val="FFFFFF"/>
                </a:solidFill>
              </a14:hiddenFill>
            </a:ext>
          </a:extLst>
        </p:spPr>
      </p:pic>
      <p:pic>
        <p:nvPicPr>
          <p:cNvPr id="14" name="グラフィックス 13" descr="クリップボード 単色塗りつぶし">
            <a:extLst>
              <a:ext uri="{FF2B5EF4-FFF2-40B4-BE49-F238E27FC236}">
                <a16:creationId xmlns:a16="http://schemas.microsoft.com/office/drawing/2014/main" id="{B45E6604-DB74-8533-D3D5-117893552A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44357" y="4901005"/>
            <a:ext cx="1102986" cy="1102986"/>
          </a:xfrm>
          <a:prstGeom prst="rect">
            <a:avLst/>
          </a:prstGeom>
        </p:spPr>
      </p:pic>
      <p:sp>
        <p:nvSpPr>
          <p:cNvPr id="16" name="矢印: 右 15">
            <a:extLst>
              <a:ext uri="{FF2B5EF4-FFF2-40B4-BE49-F238E27FC236}">
                <a16:creationId xmlns:a16="http://schemas.microsoft.com/office/drawing/2014/main" id="{75D3133D-2945-D879-62C3-0CA6541F613B}"/>
              </a:ext>
            </a:extLst>
          </p:cNvPr>
          <p:cNvSpPr/>
          <p:nvPr/>
        </p:nvSpPr>
        <p:spPr>
          <a:xfrm>
            <a:off x="1977345" y="5104554"/>
            <a:ext cx="1237232" cy="695889"/>
          </a:xfrm>
          <a:prstGeom prst="rightArrow">
            <a:avLst>
              <a:gd name="adj1" fmla="val 50000"/>
              <a:gd name="adj2" fmla="val 45934"/>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kumimoji="1" lang="ja-JP" altLang="en-US" sz="1100" b="1" dirty="0"/>
              <a:t>そのまま使用</a:t>
            </a:r>
          </a:p>
        </p:txBody>
      </p:sp>
      <p:sp>
        <p:nvSpPr>
          <p:cNvPr id="18" name="テキスト ボックス 17">
            <a:extLst>
              <a:ext uri="{FF2B5EF4-FFF2-40B4-BE49-F238E27FC236}">
                <a16:creationId xmlns:a16="http://schemas.microsoft.com/office/drawing/2014/main" id="{75DC4EA2-E87A-DDD9-E4DD-976C69DD3DAA}"/>
              </a:ext>
            </a:extLst>
          </p:cNvPr>
          <p:cNvSpPr txBox="1"/>
          <p:nvPr/>
        </p:nvSpPr>
        <p:spPr>
          <a:xfrm>
            <a:off x="358639" y="3980750"/>
            <a:ext cx="3888704" cy="883703"/>
          </a:xfrm>
          <a:prstGeom prst="rect">
            <a:avLst/>
          </a:prstGeom>
          <a:noFill/>
        </p:spPr>
        <p:txBody>
          <a:bodyPr wrap="square">
            <a:noAutofit/>
          </a:bodyPr>
          <a:lstStyle/>
          <a:p>
            <a:pPr>
              <a:lnSpc>
                <a:spcPct val="150000"/>
              </a:lnSpc>
            </a:pPr>
            <a:r>
              <a:rPr kumimoji="1" lang="en-US" altLang="ja-JP" sz="1800" b="1" dirty="0">
                <a:sym typeface="Wingdings" panose="05000000000000000000" pitchFamily="2" charset="2"/>
              </a:rPr>
              <a:t>Gemini 2.5 Flash Image</a:t>
            </a:r>
            <a:r>
              <a:rPr kumimoji="1" lang="ja-JP" altLang="en-US" sz="1800" b="1" dirty="0">
                <a:sym typeface="Wingdings" panose="05000000000000000000" pitchFamily="2" charset="2"/>
              </a:rPr>
              <a:t>の出力結果</a:t>
            </a:r>
            <a:endParaRPr kumimoji="1" lang="en-US" altLang="ja-JP" sz="1800" b="1" dirty="0">
              <a:sym typeface="Wingdings" panose="05000000000000000000" pitchFamily="2" charset="2"/>
            </a:endParaRPr>
          </a:p>
          <a:p>
            <a:pPr>
              <a:lnSpc>
                <a:spcPct val="150000"/>
              </a:lnSpc>
            </a:pPr>
            <a:r>
              <a:rPr kumimoji="1" lang="ja-JP" altLang="en-US" sz="1800" b="1" dirty="0">
                <a:sym typeface="Wingdings" panose="05000000000000000000" pitchFamily="2" charset="2"/>
              </a:rPr>
              <a:t>をそのまま使用</a:t>
            </a:r>
            <a:endParaRPr kumimoji="1" lang="en-US" altLang="ja-JP" sz="1800" b="1" dirty="0">
              <a:sym typeface="Wingdings" panose="05000000000000000000" pitchFamily="2" charset="2"/>
            </a:endParaRPr>
          </a:p>
        </p:txBody>
      </p:sp>
      <p:sp>
        <p:nvSpPr>
          <p:cNvPr id="20" name="テキスト ボックス 19">
            <a:extLst>
              <a:ext uri="{FF2B5EF4-FFF2-40B4-BE49-F238E27FC236}">
                <a16:creationId xmlns:a16="http://schemas.microsoft.com/office/drawing/2014/main" id="{1246A1C4-BE45-B9C3-3D86-547F46A69C7D}"/>
              </a:ext>
            </a:extLst>
          </p:cNvPr>
          <p:cNvSpPr txBox="1"/>
          <p:nvPr/>
        </p:nvSpPr>
        <p:spPr>
          <a:xfrm>
            <a:off x="186962" y="5961760"/>
            <a:ext cx="2405853" cy="261610"/>
          </a:xfrm>
          <a:prstGeom prst="rect">
            <a:avLst/>
          </a:prstGeom>
          <a:noFill/>
        </p:spPr>
        <p:txBody>
          <a:bodyPr wrap="square">
            <a:noAutofit/>
          </a:bodyPr>
          <a:lstStyle/>
          <a:p>
            <a:r>
              <a:rPr kumimoji="1" lang="en-US" altLang="ja-JP" sz="1100" b="1" dirty="0">
                <a:latin typeface="+mn-ea"/>
              </a:rPr>
              <a:t>Gemini 2.5 Flash Image </a:t>
            </a:r>
            <a:endParaRPr lang="ja-JP" altLang="en-US" sz="1100" dirty="0"/>
          </a:p>
        </p:txBody>
      </p:sp>
      <p:sp>
        <p:nvSpPr>
          <p:cNvPr id="22" name="テキスト ボックス 21">
            <a:extLst>
              <a:ext uri="{FF2B5EF4-FFF2-40B4-BE49-F238E27FC236}">
                <a16:creationId xmlns:a16="http://schemas.microsoft.com/office/drawing/2014/main" id="{D6119CFE-38DD-F6D9-ED22-D6B3B535A8DC}"/>
              </a:ext>
            </a:extLst>
          </p:cNvPr>
          <p:cNvSpPr txBox="1"/>
          <p:nvPr/>
        </p:nvSpPr>
        <p:spPr>
          <a:xfrm>
            <a:off x="3056531" y="5938677"/>
            <a:ext cx="1377143" cy="307777"/>
          </a:xfrm>
          <a:prstGeom prst="rect">
            <a:avLst/>
          </a:prstGeom>
          <a:noFill/>
        </p:spPr>
        <p:txBody>
          <a:bodyPr wrap="square">
            <a:noAutofit/>
          </a:bodyPr>
          <a:lstStyle/>
          <a:p>
            <a:r>
              <a:rPr kumimoji="1" lang="ja-JP" altLang="en-US" sz="1400" b="1" dirty="0">
                <a:latin typeface="+mn-ea"/>
              </a:rPr>
              <a:t>提示する対話</a:t>
            </a:r>
            <a:r>
              <a:rPr kumimoji="1" lang="en-US" altLang="ja-JP" sz="1400" b="1" dirty="0">
                <a:latin typeface="+mn-ea"/>
              </a:rPr>
              <a:t> </a:t>
            </a:r>
            <a:endParaRPr lang="ja-JP" altLang="en-US" sz="1400" dirty="0"/>
          </a:p>
        </p:txBody>
      </p:sp>
      <p:pic>
        <p:nvPicPr>
          <p:cNvPr id="23" name="Picture 4" descr="ロゴ&#10;&#10;自動的に生成された説明">
            <a:extLst>
              <a:ext uri="{FF2B5EF4-FFF2-40B4-BE49-F238E27FC236}">
                <a16:creationId xmlns:a16="http://schemas.microsoft.com/office/drawing/2014/main" id="{22B1D52B-2DE8-B54B-CF72-C3007092D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0416" y="5185862"/>
            <a:ext cx="1223774" cy="4518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アイコン&#10;&#10;自動的に生成された説明">
            <a:extLst>
              <a:ext uri="{FF2B5EF4-FFF2-40B4-BE49-F238E27FC236}">
                <a16:creationId xmlns:a16="http://schemas.microsoft.com/office/drawing/2014/main" id="{F4461501-E628-F48E-4417-6E1338ABCB7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87303" y="5013198"/>
            <a:ext cx="797128" cy="797128"/>
          </a:xfrm>
          <a:prstGeom prst="rect">
            <a:avLst/>
          </a:prstGeom>
          <a:noFill/>
          <a:extLst>
            <a:ext uri="{909E8E84-426E-40DD-AFC4-6F175D3DCCD1}">
              <a14:hiddenFill xmlns:a14="http://schemas.microsoft.com/office/drawing/2010/main">
                <a:solidFill>
                  <a:srgbClr val="FFFFFF"/>
                </a:solidFill>
              </a14:hiddenFill>
            </a:ext>
          </a:extLst>
        </p:spPr>
      </p:pic>
      <p:pic>
        <p:nvPicPr>
          <p:cNvPr id="25" name="グラフィックス 24" descr="クリップボード 単色塗りつぶし">
            <a:extLst>
              <a:ext uri="{FF2B5EF4-FFF2-40B4-BE49-F238E27FC236}">
                <a16:creationId xmlns:a16="http://schemas.microsoft.com/office/drawing/2014/main" id="{2F3AD956-C77E-36FB-D0E5-1432B34DD6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54052" y="4860269"/>
            <a:ext cx="1102986" cy="1102986"/>
          </a:xfrm>
          <a:prstGeom prst="rect">
            <a:avLst/>
          </a:prstGeom>
        </p:spPr>
      </p:pic>
      <p:sp>
        <p:nvSpPr>
          <p:cNvPr id="26" name="矢印: 右 25">
            <a:extLst>
              <a:ext uri="{FF2B5EF4-FFF2-40B4-BE49-F238E27FC236}">
                <a16:creationId xmlns:a16="http://schemas.microsoft.com/office/drawing/2014/main" id="{30CC4EFE-7A90-1818-8F73-F0520CF5B279}"/>
              </a:ext>
            </a:extLst>
          </p:cNvPr>
          <p:cNvSpPr/>
          <p:nvPr/>
        </p:nvSpPr>
        <p:spPr>
          <a:xfrm>
            <a:off x="5979886" y="5226705"/>
            <a:ext cx="355600" cy="370114"/>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7" name="矢印: 右 26">
            <a:extLst>
              <a:ext uri="{FF2B5EF4-FFF2-40B4-BE49-F238E27FC236}">
                <a16:creationId xmlns:a16="http://schemas.microsoft.com/office/drawing/2014/main" id="{CEB72CB0-22B3-CEFA-0281-B1FDEF143B61}"/>
              </a:ext>
            </a:extLst>
          </p:cNvPr>
          <p:cNvSpPr/>
          <p:nvPr/>
        </p:nvSpPr>
        <p:spPr>
          <a:xfrm>
            <a:off x="7436249" y="5226705"/>
            <a:ext cx="355600" cy="370114"/>
          </a:xfrm>
          <a:prstGeom prst="rightArrow">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29" name="テキスト ボックス 28">
            <a:extLst>
              <a:ext uri="{FF2B5EF4-FFF2-40B4-BE49-F238E27FC236}">
                <a16:creationId xmlns:a16="http://schemas.microsoft.com/office/drawing/2014/main" id="{43CA1A26-20E3-CDDB-F4E2-294E1E439A73}"/>
              </a:ext>
            </a:extLst>
          </p:cNvPr>
          <p:cNvSpPr txBox="1"/>
          <p:nvPr/>
        </p:nvSpPr>
        <p:spPr>
          <a:xfrm>
            <a:off x="4505335" y="5965607"/>
            <a:ext cx="1743065" cy="253916"/>
          </a:xfrm>
          <a:prstGeom prst="rect">
            <a:avLst/>
          </a:prstGeom>
          <a:noFill/>
        </p:spPr>
        <p:txBody>
          <a:bodyPr wrap="square">
            <a:noAutofit/>
          </a:bodyPr>
          <a:lstStyle/>
          <a:p>
            <a:r>
              <a:rPr kumimoji="1" lang="en-US" altLang="ja-JP" sz="1050" b="1" dirty="0">
                <a:latin typeface="+mn-ea"/>
              </a:rPr>
              <a:t>Gemini 2.5 Flash Image </a:t>
            </a:r>
            <a:endParaRPr lang="ja-JP" altLang="en-US" sz="1050" dirty="0"/>
          </a:p>
        </p:txBody>
      </p:sp>
      <p:sp>
        <p:nvSpPr>
          <p:cNvPr id="31" name="テキスト ボックス 30">
            <a:extLst>
              <a:ext uri="{FF2B5EF4-FFF2-40B4-BE49-F238E27FC236}">
                <a16:creationId xmlns:a16="http://schemas.microsoft.com/office/drawing/2014/main" id="{8BAA9C4C-CE7C-61BB-961D-67FD2219597A}"/>
              </a:ext>
            </a:extLst>
          </p:cNvPr>
          <p:cNvSpPr txBox="1"/>
          <p:nvPr/>
        </p:nvSpPr>
        <p:spPr>
          <a:xfrm>
            <a:off x="6455664" y="5907899"/>
            <a:ext cx="959757" cy="369332"/>
          </a:xfrm>
          <a:prstGeom prst="rect">
            <a:avLst/>
          </a:prstGeom>
          <a:noFill/>
        </p:spPr>
        <p:txBody>
          <a:bodyPr wrap="square">
            <a:noAutofit/>
          </a:bodyPr>
          <a:lstStyle/>
          <a:p>
            <a:r>
              <a:rPr kumimoji="1" lang="en-US" altLang="ja-JP" sz="1600" b="1" dirty="0">
                <a:latin typeface="+mn-ea"/>
              </a:rPr>
              <a:t>GPT-5</a:t>
            </a:r>
            <a:r>
              <a:rPr kumimoji="1" lang="en-US" altLang="ja-JP" sz="1800" b="1" dirty="0">
                <a:latin typeface="+mn-ea"/>
              </a:rPr>
              <a:t> </a:t>
            </a:r>
            <a:endParaRPr lang="ja-JP" altLang="en-US" sz="1800" dirty="0"/>
          </a:p>
        </p:txBody>
      </p:sp>
      <p:sp>
        <p:nvSpPr>
          <p:cNvPr id="33" name="テキスト ボックス 32">
            <a:extLst>
              <a:ext uri="{FF2B5EF4-FFF2-40B4-BE49-F238E27FC236}">
                <a16:creationId xmlns:a16="http://schemas.microsoft.com/office/drawing/2014/main" id="{BF8F69FD-9F5B-81F5-5366-75CEB8FBCF49}"/>
              </a:ext>
            </a:extLst>
          </p:cNvPr>
          <p:cNvSpPr txBox="1"/>
          <p:nvPr/>
        </p:nvSpPr>
        <p:spPr>
          <a:xfrm>
            <a:off x="7737585" y="5938677"/>
            <a:ext cx="1377042" cy="307777"/>
          </a:xfrm>
          <a:prstGeom prst="rect">
            <a:avLst/>
          </a:prstGeom>
          <a:noFill/>
        </p:spPr>
        <p:txBody>
          <a:bodyPr wrap="square">
            <a:noAutofit/>
          </a:bodyPr>
          <a:lstStyle/>
          <a:p>
            <a:r>
              <a:rPr kumimoji="1" lang="ja-JP" altLang="en-US" sz="1400" b="1" dirty="0">
                <a:latin typeface="+mn-ea"/>
              </a:rPr>
              <a:t>提示する対話</a:t>
            </a:r>
            <a:r>
              <a:rPr kumimoji="1" lang="en-US" altLang="ja-JP" sz="1400" b="1" dirty="0">
                <a:latin typeface="+mn-ea"/>
              </a:rPr>
              <a:t> </a:t>
            </a:r>
            <a:endParaRPr lang="ja-JP" altLang="en-US" sz="1400" dirty="0"/>
          </a:p>
        </p:txBody>
      </p:sp>
      <p:sp>
        <p:nvSpPr>
          <p:cNvPr id="35" name="テキスト ボックス 34">
            <a:extLst>
              <a:ext uri="{FF2B5EF4-FFF2-40B4-BE49-F238E27FC236}">
                <a16:creationId xmlns:a16="http://schemas.microsoft.com/office/drawing/2014/main" id="{4CE7B7B6-1D81-5346-8CCA-F851E0C1910D}"/>
              </a:ext>
            </a:extLst>
          </p:cNvPr>
          <p:cNvSpPr txBox="1"/>
          <p:nvPr/>
        </p:nvSpPr>
        <p:spPr>
          <a:xfrm>
            <a:off x="4853604" y="4150674"/>
            <a:ext cx="3819338" cy="543855"/>
          </a:xfrm>
          <a:prstGeom prst="rect">
            <a:avLst/>
          </a:prstGeom>
          <a:noFill/>
        </p:spPr>
        <p:txBody>
          <a:bodyPr wrap="square">
            <a:noAutofit/>
          </a:bodyPr>
          <a:lstStyle/>
          <a:p>
            <a:pPr>
              <a:lnSpc>
                <a:spcPct val="150000"/>
              </a:lnSpc>
            </a:pPr>
            <a:r>
              <a:rPr kumimoji="1" lang="en-US" altLang="ja-JP" sz="1800" b="1" dirty="0">
                <a:sym typeface="Wingdings" panose="05000000000000000000" pitchFamily="2" charset="2"/>
              </a:rPr>
              <a:t>MBTI</a:t>
            </a:r>
            <a:r>
              <a:rPr kumimoji="1" lang="ja-JP" altLang="en-US" sz="1800" b="1" dirty="0">
                <a:sym typeface="Wingdings" panose="05000000000000000000" pitchFamily="2" charset="2"/>
              </a:rPr>
              <a:t>特性に沿った口調に置き換え</a:t>
            </a:r>
            <a:endParaRPr lang="en-US" altLang="ja-JP" sz="1800" dirty="0">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7C3FEF93-1F6F-740A-8639-C3E7E318ACAA}"/>
              </a:ext>
            </a:extLst>
          </p:cNvPr>
          <p:cNvSpPr txBox="1"/>
          <p:nvPr/>
        </p:nvSpPr>
        <p:spPr>
          <a:xfrm>
            <a:off x="1277480" y="3625819"/>
            <a:ext cx="2032438" cy="338657"/>
          </a:xfrm>
          <a:prstGeom prst="rect">
            <a:avLst/>
          </a:prstGeom>
          <a:solidFill>
            <a:schemeClr val="bg1"/>
          </a:solidFill>
        </p:spPr>
        <p:txBody>
          <a:bodyPr wrap="square">
            <a:noAutofit/>
          </a:bodyPr>
          <a:lstStyle/>
          <a:p>
            <a:r>
              <a:rPr lang="ja-JP" altLang="en-US" b="1" dirty="0">
                <a:solidFill>
                  <a:schemeClr val="accent1"/>
                </a:solidFill>
              </a:rPr>
              <a:t>人格設定なし条件</a:t>
            </a:r>
            <a:endParaRPr lang="ja-JP" altLang="en-US" dirty="0">
              <a:solidFill>
                <a:schemeClr val="accent1"/>
              </a:solidFill>
            </a:endParaRPr>
          </a:p>
        </p:txBody>
      </p:sp>
      <p:sp>
        <p:nvSpPr>
          <p:cNvPr id="8" name="テキスト ボックス 7">
            <a:extLst>
              <a:ext uri="{FF2B5EF4-FFF2-40B4-BE49-F238E27FC236}">
                <a16:creationId xmlns:a16="http://schemas.microsoft.com/office/drawing/2014/main" id="{E485757E-EBB1-F7D1-11BD-96FD755C0C86}"/>
              </a:ext>
            </a:extLst>
          </p:cNvPr>
          <p:cNvSpPr txBox="1"/>
          <p:nvPr/>
        </p:nvSpPr>
        <p:spPr>
          <a:xfrm>
            <a:off x="234233" y="2802221"/>
            <a:ext cx="5318004" cy="707886"/>
          </a:xfrm>
          <a:prstGeom prst="rect">
            <a:avLst/>
          </a:prstGeom>
          <a:noFill/>
        </p:spPr>
        <p:txBody>
          <a:bodyPr wrap="square">
            <a:noAutofit/>
          </a:bodyPr>
          <a:lstStyle/>
          <a:p>
            <a:pPr algn="l" rtl="0" fontAlgn="base">
              <a:lnSpc>
                <a:spcPts val="2400"/>
              </a:lnSpc>
              <a:buNone/>
            </a:pPr>
            <a:r>
              <a:rPr lang="ja-JP" altLang="en-US" sz="2000" b="1" i="0" u="none" strike="noStrike" dirty="0">
                <a:solidFill>
                  <a:schemeClr val="accent1"/>
                </a:solidFill>
                <a:effectLst/>
                <a:latin typeface="+mn-ea"/>
              </a:rPr>
              <a:t>作成方法</a:t>
            </a:r>
            <a:endParaRPr lang="en-US" altLang="ja-JP" sz="2000" b="1" i="0" u="none" strike="noStrike" dirty="0">
              <a:solidFill>
                <a:schemeClr val="accent1"/>
              </a:solidFill>
              <a:effectLst/>
              <a:latin typeface="+mn-ea"/>
            </a:endParaRPr>
          </a:p>
          <a:p>
            <a:r>
              <a:rPr kumimoji="1" lang="en-US" altLang="ja-JP" sz="2000" b="1" dirty="0">
                <a:latin typeface="+mn-ea"/>
              </a:rPr>
              <a:t>Gemini 2.5 Flash Image </a:t>
            </a:r>
            <a:r>
              <a:rPr kumimoji="1" lang="ja-JP" altLang="en-US" sz="2000" b="1" dirty="0">
                <a:latin typeface="+mn-ea"/>
              </a:rPr>
              <a:t>と </a:t>
            </a:r>
            <a:r>
              <a:rPr kumimoji="1" lang="en-US" altLang="ja-JP" sz="2000" b="1" dirty="0">
                <a:latin typeface="+mn-ea"/>
              </a:rPr>
              <a:t>GPT-5</a:t>
            </a:r>
            <a:r>
              <a:rPr kumimoji="1" lang="ja-JP" altLang="en-US" sz="2000" b="1" dirty="0">
                <a:latin typeface="+mn-ea"/>
              </a:rPr>
              <a:t>を使用</a:t>
            </a:r>
            <a:endParaRPr lang="en-US" altLang="ja-JP" sz="2000" b="0" i="0" dirty="0">
              <a:solidFill>
                <a:srgbClr val="000000"/>
              </a:solidFill>
              <a:effectLst/>
              <a:latin typeface="+mn-ea"/>
            </a:endParaRPr>
          </a:p>
        </p:txBody>
      </p:sp>
    </p:spTree>
    <p:extLst>
      <p:ext uri="{BB962C8B-B14F-4D97-AF65-F5344CB8AC3E}">
        <p14:creationId xmlns:p14="http://schemas.microsoft.com/office/powerpoint/2010/main" val="3970910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10A46-979C-EC0E-6BB0-296C685D4171}"/>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CF459990-2348-400A-7762-58FFA235C7BF}"/>
              </a:ext>
            </a:extLst>
          </p:cNvPr>
          <p:cNvSpPr>
            <a:spLocks/>
          </p:cNvSpPr>
          <p:nvPr/>
        </p:nvSpPr>
        <p:spPr>
          <a:xfrm>
            <a:off x="656134" y="1619396"/>
            <a:ext cx="7706088" cy="4879126"/>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12" name="スライド番号プレースホルダー 11">
            <a:extLst>
              <a:ext uri="{FF2B5EF4-FFF2-40B4-BE49-F238E27FC236}">
                <a16:creationId xmlns:a16="http://schemas.microsoft.com/office/drawing/2014/main" id="{34761849-8C3B-411E-8726-D78A464724EF}"/>
              </a:ext>
            </a:extLst>
          </p:cNvPr>
          <p:cNvSpPr>
            <a:spLocks noGrp="1"/>
          </p:cNvSpPr>
          <p:nvPr>
            <p:ph type="sldNum" sz="quarter" idx="12"/>
          </p:nvPr>
        </p:nvSpPr>
        <p:spPr/>
        <p:txBody>
          <a:bodyPr>
            <a:noAutofit/>
          </a:bodyPr>
          <a:lstStyle/>
          <a:p>
            <a:fld id="{18020408-E1FF-429E-A8D5-EB2A190A0D77}" type="slidenum">
              <a:rPr kumimoji="1" lang="ja-JP" altLang="en-US" smtClean="0"/>
              <a:t>15</a:t>
            </a:fld>
            <a:endParaRPr kumimoji="1" lang="ja-JP" altLang="en-US"/>
          </a:p>
        </p:txBody>
      </p:sp>
      <p:sp>
        <p:nvSpPr>
          <p:cNvPr id="5" name="タイトル 4">
            <a:extLst>
              <a:ext uri="{FF2B5EF4-FFF2-40B4-BE49-F238E27FC236}">
                <a16:creationId xmlns:a16="http://schemas.microsoft.com/office/drawing/2014/main" id="{637D8056-863B-D8D6-F345-D4782DDFF7D3}"/>
              </a:ext>
            </a:extLst>
          </p:cNvPr>
          <p:cNvSpPr>
            <a:spLocks noGrp="1"/>
          </p:cNvSpPr>
          <p:nvPr>
            <p:ph type="title"/>
          </p:nvPr>
        </p:nvSpPr>
        <p:spPr/>
        <p:txBody>
          <a:bodyPr>
            <a:noAutofit/>
          </a:bodyPr>
          <a:lstStyle/>
          <a:p>
            <a:r>
              <a:rPr lang="ja-JP" altLang="en-US" sz="3600" b="1" dirty="0">
                <a:solidFill>
                  <a:schemeClr val="bg1"/>
                </a:solidFill>
                <a:latin typeface="+mn-ea"/>
                <a:ea typeface="+mn-ea"/>
              </a:rPr>
              <a:t>対話体験の提示</a:t>
            </a:r>
          </a:p>
        </p:txBody>
      </p:sp>
      <p:sp>
        <p:nvSpPr>
          <p:cNvPr id="9" name="テキスト ボックス 8">
            <a:extLst>
              <a:ext uri="{FF2B5EF4-FFF2-40B4-BE49-F238E27FC236}">
                <a16:creationId xmlns:a16="http://schemas.microsoft.com/office/drawing/2014/main" id="{2B76B0A2-4496-2C11-6EE0-7200663FE487}"/>
              </a:ext>
            </a:extLst>
          </p:cNvPr>
          <p:cNvSpPr txBox="1"/>
          <p:nvPr/>
        </p:nvSpPr>
        <p:spPr>
          <a:xfrm>
            <a:off x="2108221" y="1420482"/>
            <a:ext cx="4801909" cy="400110"/>
          </a:xfrm>
          <a:prstGeom prst="rect">
            <a:avLst/>
          </a:prstGeom>
          <a:solidFill>
            <a:schemeClr val="bg1"/>
          </a:solidFill>
        </p:spPr>
        <p:txBody>
          <a:bodyPr wrap="square">
            <a:noAutofit/>
          </a:bodyPr>
          <a:lstStyle/>
          <a:p>
            <a:r>
              <a:rPr lang="ja-JP" altLang="en-US" sz="2000" b="1" dirty="0">
                <a:solidFill>
                  <a:schemeClr val="accent1"/>
                </a:solidFill>
              </a:rPr>
              <a:t>チャットの様子を順次再現するシステム</a:t>
            </a:r>
          </a:p>
        </p:txBody>
      </p:sp>
      <p:pic>
        <p:nvPicPr>
          <p:cNvPr id="2" name="チャットの様子">
            <a:hlinkClick r:id="" action="ppaction://media"/>
            <a:extLst>
              <a:ext uri="{FF2B5EF4-FFF2-40B4-BE49-F238E27FC236}">
                <a16:creationId xmlns:a16="http://schemas.microsoft.com/office/drawing/2014/main" id="{B7E6646D-D5B8-CE1E-1F80-F08F5BC7FEBB}"/>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70509" y="2019506"/>
            <a:ext cx="7248134" cy="4077075"/>
          </a:xfrm>
          <a:prstGeom prst="rect">
            <a:avLst/>
          </a:prstGeom>
        </p:spPr>
      </p:pic>
    </p:spTree>
    <p:extLst>
      <p:ext uri="{BB962C8B-B14F-4D97-AF65-F5344CB8AC3E}">
        <p14:creationId xmlns:p14="http://schemas.microsoft.com/office/powerpoint/2010/main" val="428976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008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A3B02-D6BA-E035-FB70-6BAD0B8B487D}"/>
            </a:ext>
          </a:extLst>
        </p:cNvPr>
        <p:cNvGrpSpPr/>
        <p:nvPr/>
      </p:nvGrpSpPr>
      <p:grpSpPr>
        <a:xfrm>
          <a:off x="0" y="0"/>
          <a:ext cx="0" cy="0"/>
          <a:chOff x="0" y="0"/>
          <a:chExt cx="0" cy="0"/>
        </a:xfrm>
      </p:grpSpPr>
      <p:sp>
        <p:nvSpPr>
          <p:cNvPr id="9" name="スライド番号プレースホルダー 8">
            <a:extLst>
              <a:ext uri="{FF2B5EF4-FFF2-40B4-BE49-F238E27FC236}">
                <a16:creationId xmlns:a16="http://schemas.microsoft.com/office/drawing/2014/main" id="{D1C74F31-145B-9DC1-6AE3-6A3A30FB2097}"/>
              </a:ext>
            </a:extLst>
          </p:cNvPr>
          <p:cNvSpPr>
            <a:spLocks noGrp="1"/>
          </p:cNvSpPr>
          <p:nvPr>
            <p:ph type="sldNum" sz="quarter" idx="12"/>
          </p:nvPr>
        </p:nvSpPr>
        <p:spPr/>
        <p:txBody>
          <a:bodyPr/>
          <a:lstStyle/>
          <a:p>
            <a:fld id="{18020408-E1FF-429E-A8D5-EB2A190A0D77}" type="slidenum">
              <a:rPr kumimoji="1" lang="ja-JP" altLang="en-US" smtClean="0"/>
              <a:t>16</a:t>
            </a:fld>
            <a:endParaRPr kumimoji="1" lang="ja-JP" altLang="en-US"/>
          </a:p>
        </p:txBody>
      </p:sp>
      <p:sp>
        <p:nvSpPr>
          <p:cNvPr id="5" name="タイトル 4">
            <a:extLst>
              <a:ext uri="{FF2B5EF4-FFF2-40B4-BE49-F238E27FC236}">
                <a16:creationId xmlns:a16="http://schemas.microsoft.com/office/drawing/2014/main" id="{EE0837CA-78F3-28D4-6EAC-5EE2875BB3D4}"/>
              </a:ext>
            </a:extLst>
          </p:cNvPr>
          <p:cNvSpPr>
            <a:spLocks noGrp="1"/>
          </p:cNvSpPr>
          <p:nvPr>
            <p:ph type="title"/>
          </p:nvPr>
        </p:nvSpPr>
        <p:spPr/>
        <p:txBody>
          <a:bodyPr>
            <a:noAutofit/>
          </a:bodyPr>
          <a:lstStyle/>
          <a:p>
            <a:r>
              <a:rPr lang="ja-JP" altLang="en-US" sz="3600" b="1" dirty="0">
                <a:solidFill>
                  <a:schemeClr val="bg1"/>
                </a:solidFill>
                <a:latin typeface="+mn-ea"/>
                <a:ea typeface="+mn-ea"/>
              </a:rPr>
              <a:t>評価指標</a:t>
            </a:r>
          </a:p>
        </p:txBody>
      </p:sp>
      <p:sp>
        <p:nvSpPr>
          <p:cNvPr id="15" name="テキスト ボックス 14">
            <a:extLst>
              <a:ext uri="{FF2B5EF4-FFF2-40B4-BE49-F238E27FC236}">
                <a16:creationId xmlns:a16="http://schemas.microsoft.com/office/drawing/2014/main" id="{D74169F8-F5F4-EDD6-B3B0-AA6B61E11626}"/>
              </a:ext>
            </a:extLst>
          </p:cNvPr>
          <p:cNvSpPr txBox="1"/>
          <p:nvPr/>
        </p:nvSpPr>
        <p:spPr>
          <a:xfrm>
            <a:off x="266991" y="1005142"/>
            <a:ext cx="8610017" cy="1592744"/>
          </a:xfrm>
          <a:prstGeom prst="rect">
            <a:avLst/>
          </a:prstGeom>
          <a:noFill/>
        </p:spPr>
        <p:txBody>
          <a:bodyPr wrap="square">
            <a:noAutofit/>
          </a:bodyPr>
          <a:lstStyle/>
          <a:p>
            <a:pPr fontAlgn="base">
              <a:lnSpc>
                <a:spcPts val="2400"/>
              </a:lnSpc>
            </a:pPr>
            <a:r>
              <a:rPr lang="ja-JP" altLang="en-US" sz="2000" b="1" dirty="0">
                <a:latin typeface="Meiryo UI" panose="020B0604030504040204" pitchFamily="50" charset="-128"/>
                <a:ea typeface="Yu Gothic" panose="020B0400000000000000" pitchFamily="50" charset="-128"/>
              </a:rPr>
              <a:t>エージェントの印象に関する</a:t>
            </a:r>
            <a:r>
              <a:rPr lang="en-US" altLang="ja-JP" sz="2000" b="1" dirty="0">
                <a:latin typeface="Meiryo UI" panose="020B0604030504040204" pitchFamily="50" charset="-128"/>
                <a:ea typeface="Yu Gothic" panose="020B0400000000000000" pitchFamily="50" charset="-128"/>
              </a:rPr>
              <a:t>19</a:t>
            </a:r>
            <a:r>
              <a:rPr lang="ja-JP" altLang="en-US" sz="2000" b="1" dirty="0">
                <a:latin typeface="Meiryo UI" panose="020B0604030504040204" pitchFamily="50" charset="-128"/>
                <a:ea typeface="Yu Gothic" panose="020B0400000000000000" pitchFamily="50" charset="-128"/>
              </a:rPr>
              <a:t>の質問項目（</a:t>
            </a:r>
            <a:r>
              <a:rPr lang="en-US" altLang="ja-JP" sz="2000" b="1" dirty="0">
                <a:latin typeface="Meiryo UI" panose="020B0604030504040204" pitchFamily="50" charset="-128"/>
                <a:ea typeface="Yu Gothic" panose="020B0400000000000000" pitchFamily="50" charset="-128"/>
              </a:rPr>
              <a:t>11</a:t>
            </a:r>
            <a:r>
              <a:rPr lang="ja-JP" altLang="en-US" sz="2000" b="1" dirty="0">
                <a:latin typeface="Meiryo UI" panose="020B0604030504040204" pitchFamily="50" charset="-128"/>
                <a:ea typeface="Yu Gothic" panose="020B0400000000000000" pitchFamily="50" charset="-128"/>
              </a:rPr>
              <a:t>件法）</a:t>
            </a:r>
            <a:endParaRPr lang="en-US" altLang="ja-JP" sz="2000" b="1" dirty="0">
              <a:latin typeface="Meiryo UI" panose="020B0604030504040204" pitchFamily="50" charset="-128"/>
              <a:ea typeface="Yu Gothic" panose="020B0400000000000000" pitchFamily="50" charset="-128"/>
            </a:endParaRPr>
          </a:p>
          <a:p>
            <a:pPr marL="271463" indent="-185738" fontAlgn="base">
              <a:lnSpc>
                <a:spcPts val="2400"/>
              </a:lnSpc>
              <a:buFont typeface="Aptos" panose="020B0004020202020204" pitchFamily="34" charset="0"/>
              <a:buChar char="•"/>
            </a:pPr>
            <a:r>
              <a:rPr lang="ja-JP" altLang="ja-JP" b="1" dirty="0">
                <a:solidFill>
                  <a:schemeClr val="accent1"/>
                </a:solidFill>
              </a:rPr>
              <a:t>エージェントの一般的な印象に関する</a:t>
            </a:r>
            <a:r>
              <a:rPr lang="en-US" altLang="ja-JP" b="1" dirty="0">
                <a:solidFill>
                  <a:schemeClr val="accent1"/>
                </a:solidFill>
              </a:rPr>
              <a:t>18</a:t>
            </a:r>
            <a:r>
              <a:rPr lang="ja-JP" altLang="ja-JP" b="1" dirty="0">
                <a:solidFill>
                  <a:schemeClr val="accent1"/>
                </a:solidFill>
              </a:rPr>
              <a:t>項目 </a:t>
            </a:r>
            <a:r>
              <a:rPr lang="en-US" altLang="ja-JP" b="1" dirty="0">
                <a:solidFill>
                  <a:schemeClr val="accent1"/>
                </a:solidFill>
              </a:rPr>
              <a:t>[</a:t>
            </a:r>
            <a:r>
              <a:rPr lang="en-US" altLang="ja-JP" b="1" dirty="0" err="1">
                <a:solidFill>
                  <a:schemeClr val="accent1"/>
                </a:solidFill>
              </a:rPr>
              <a:t>Fitrianie</a:t>
            </a:r>
            <a:r>
              <a:rPr lang="ja-JP" altLang="ja-JP" b="1" dirty="0">
                <a:solidFill>
                  <a:schemeClr val="accent1"/>
                </a:solidFill>
              </a:rPr>
              <a:t>ら </a:t>
            </a:r>
            <a:r>
              <a:rPr lang="en-US" altLang="ja-JP" b="1" dirty="0">
                <a:solidFill>
                  <a:schemeClr val="accent1"/>
                </a:solidFill>
              </a:rPr>
              <a:t>‘20]</a:t>
            </a:r>
          </a:p>
          <a:p>
            <a:pPr marL="271463" indent="-185738" fontAlgn="base">
              <a:lnSpc>
                <a:spcPts val="2400"/>
              </a:lnSpc>
              <a:buFont typeface="Aptos" panose="020B0004020202020204" pitchFamily="34" charset="0"/>
              <a:buChar char="•"/>
            </a:pPr>
            <a:r>
              <a:rPr lang="ja-JP" altLang="en-US" b="1" dirty="0">
                <a:solidFill>
                  <a:schemeClr val="accent2"/>
                </a:solidFill>
                <a:latin typeface="Meiryo UI" panose="020B0604030504040204" pitchFamily="50" charset="-128"/>
                <a:ea typeface="Yu Gothic" panose="020B0400000000000000" pitchFamily="50" charset="-128"/>
              </a:rPr>
              <a:t>エージェントの人格切り替えの知覚度合いに関する</a:t>
            </a:r>
            <a:r>
              <a:rPr lang="en-US" altLang="ja-JP" b="1" dirty="0">
                <a:solidFill>
                  <a:schemeClr val="accent2"/>
                </a:solidFill>
                <a:latin typeface="Meiryo UI" panose="020B0604030504040204" pitchFamily="50" charset="-128"/>
                <a:ea typeface="Yu Gothic" panose="020B0400000000000000" pitchFamily="50" charset="-128"/>
              </a:rPr>
              <a:t>1</a:t>
            </a:r>
            <a:r>
              <a:rPr lang="ja-JP" altLang="en-US" b="1" dirty="0">
                <a:solidFill>
                  <a:schemeClr val="accent2"/>
                </a:solidFill>
                <a:latin typeface="Meiryo UI" panose="020B0604030504040204" pitchFamily="50" charset="-128"/>
                <a:ea typeface="Yu Gothic" panose="020B0400000000000000" pitchFamily="50" charset="-128"/>
              </a:rPr>
              <a:t>項目</a:t>
            </a:r>
            <a:endParaRPr lang="en-US" altLang="ja-JP" b="0" i="0" dirty="0">
              <a:solidFill>
                <a:schemeClr val="accent2"/>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3" name="Rectangle 1">
            <a:extLst>
              <a:ext uri="{FF2B5EF4-FFF2-40B4-BE49-F238E27FC236}">
                <a16:creationId xmlns:a16="http://schemas.microsoft.com/office/drawing/2014/main" id="{1DC3B257-E413-E127-6490-0880A76F7453}"/>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graphicFrame>
        <p:nvGraphicFramePr>
          <p:cNvPr id="7" name="表 6">
            <a:extLst>
              <a:ext uri="{FF2B5EF4-FFF2-40B4-BE49-F238E27FC236}">
                <a16:creationId xmlns:a16="http://schemas.microsoft.com/office/drawing/2014/main" id="{08EC102C-69B5-06B0-8627-F50951FE6F83}"/>
              </a:ext>
            </a:extLst>
          </p:cNvPr>
          <p:cNvGraphicFramePr>
            <a:graphicFrameLocks noGrp="1"/>
          </p:cNvGraphicFramePr>
          <p:nvPr>
            <p:extLst>
              <p:ext uri="{D42A27DB-BD31-4B8C-83A1-F6EECF244321}">
                <p14:modId xmlns:p14="http://schemas.microsoft.com/office/powerpoint/2010/main" val="2965520918"/>
              </p:ext>
            </p:extLst>
          </p:nvPr>
        </p:nvGraphicFramePr>
        <p:xfrm>
          <a:off x="266991" y="2029290"/>
          <a:ext cx="8610017" cy="4734843"/>
        </p:xfrm>
        <a:graphic>
          <a:graphicData uri="http://schemas.openxmlformats.org/drawingml/2006/table">
            <a:tbl>
              <a:tblPr firstRow="1" bandRow="1">
                <a:tableStyleId>{9D7B26C5-4107-4FEC-AEDC-1716B250A1EF}</a:tableStyleId>
              </a:tblPr>
              <a:tblGrid>
                <a:gridCol w="536090">
                  <a:extLst>
                    <a:ext uri="{9D8B030D-6E8A-4147-A177-3AD203B41FA5}">
                      <a16:colId xmlns:a16="http://schemas.microsoft.com/office/drawing/2014/main" val="1744655011"/>
                    </a:ext>
                  </a:extLst>
                </a:gridCol>
                <a:gridCol w="3333750">
                  <a:extLst>
                    <a:ext uri="{9D8B030D-6E8A-4147-A177-3AD203B41FA5}">
                      <a16:colId xmlns:a16="http://schemas.microsoft.com/office/drawing/2014/main" val="2345229164"/>
                    </a:ext>
                  </a:extLst>
                </a:gridCol>
                <a:gridCol w="552450">
                  <a:extLst>
                    <a:ext uri="{9D8B030D-6E8A-4147-A177-3AD203B41FA5}">
                      <a16:colId xmlns:a16="http://schemas.microsoft.com/office/drawing/2014/main" val="1176248396"/>
                    </a:ext>
                  </a:extLst>
                </a:gridCol>
                <a:gridCol w="4187727">
                  <a:extLst>
                    <a:ext uri="{9D8B030D-6E8A-4147-A177-3AD203B41FA5}">
                      <a16:colId xmlns:a16="http://schemas.microsoft.com/office/drawing/2014/main" val="3522896799"/>
                    </a:ext>
                  </a:extLst>
                </a:gridCol>
              </a:tblGrid>
              <a:tr h="262234">
                <a:tc>
                  <a:txBody>
                    <a:bodyPr/>
                    <a:lstStyle/>
                    <a:p>
                      <a:r>
                        <a:rPr kumimoji="1" lang="en-US" altLang="ja-JP" sz="1400" dirty="0"/>
                        <a:t>No.</a:t>
                      </a:r>
                      <a:endParaRPr kumimoji="1" lang="ja-JP" altLang="en-US" sz="1400" dirty="0"/>
                    </a:p>
                  </a:txBody>
                  <a:tcPr/>
                </a:tc>
                <a:tc>
                  <a:txBody>
                    <a:bodyPr/>
                    <a:lstStyle/>
                    <a:p>
                      <a:r>
                        <a:rPr kumimoji="1" lang="ja-JP" altLang="en-US" sz="1400" dirty="0"/>
                        <a:t>質問</a:t>
                      </a:r>
                    </a:p>
                  </a:txBody>
                  <a:tcPr/>
                </a:tc>
                <a:tc>
                  <a:txBody>
                    <a:bodyPr/>
                    <a:lstStyle/>
                    <a:p>
                      <a:r>
                        <a:rPr kumimoji="1" lang="en-US" altLang="ja-JP" sz="1400" dirty="0"/>
                        <a:t>No.</a:t>
                      </a:r>
                      <a:endParaRPr kumimoji="1" lang="ja-JP" altLang="en-US" sz="1400" dirty="0"/>
                    </a:p>
                  </a:txBody>
                  <a:tcPr/>
                </a:tc>
                <a:tc>
                  <a:txBody>
                    <a:bodyPr/>
                    <a:lstStyle/>
                    <a:p>
                      <a:r>
                        <a:rPr kumimoji="1" lang="ja-JP" altLang="en-US" sz="1400" dirty="0"/>
                        <a:t>質問</a:t>
                      </a:r>
                    </a:p>
                  </a:txBody>
                  <a:tcPr/>
                </a:tc>
                <a:extLst>
                  <a:ext uri="{0D108BD9-81ED-4DB2-BD59-A6C34878D82A}">
                    <a16:rowId xmlns:a16="http://schemas.microsoft.com/office/drawing/2014/main" val="1246061242"/>
                  </a:ext>
                </a:extLst>
              </a:tr>
              <a:tr h="342329">
                <a:tc>
                  <a:txBody>
                    <a:bodyPr/>
                    <a:lstStyle/>
                    <a:p>
                      <a:r>
                        <a:rPr kumimoji="1" lang="en-US" altLang="ja-JP" sz="1400" b="1" dirty="0">
                          <a:solidFill>
                            <a:schemeClr val="accent1"/>
                          </a:solidFill>
                        </a:rPr>
                        <a:t>Q1</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エージェントの外見は人間らしく自然である </a:t>
                      </a:r>
                    </a:p>
                  </a:txBody>
                  <a:tcPr>
                    <a:solidFill>
                      <a:schemeClr val="bg1"/>
                    </a:solidFill>
                  </a:tcPr>
                </a:tc>
                <a:tc>
                  <a:txBody>
                    <a:bodyPr/>
                    <a:lstStyle/>
                    <a:p>
                      <a:r>
                        <a:rPr kumimoji="1" lang="en-US" altLang="ja-JP" sz="1400" b="1" dirty="0">
                          <a:solidFill>
                            <a:schemeClr val="accent1"/>
                          </a:solidFill>
                        </a:rPr>
                        <a:t>Q11</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エージェントの言動は受け入れやすい</a:t>
                      </a:r>
                    </a:p>
                  </a:txBody>
                  <a:tcPr>
                    <a:solidFill>
                      <a:schemeClr val="bg1"/>
                    </a:solidFill>
                  </a:tcPr>
                </a:tc>
                <a:extLst>
                  <a:ext uri="{0D108BD9-81ED-4DB2-BD59-A6C34878D82A}">
                    <a16:rowId xmlns:a16="http://schemas.microsoft.com/office/drawing/2014/main" val="3258938384"/>
                  </a:ext>
                </a:extLst>
              </a:tr>
              <a:tr h="342329">
                <a:tc>
                  <a:txBody>
                    <a:bodyPr/>
                    <a:lstStyle/>
                    <a:p>
                      <a:r>
                        <a:rPr kumimoji="1" lang="en-US" altLang="ja-JP" sz="1400" b="1" dirty="0">
                          <a:solidFill>
                            <a:schemeClr val="accent1"/>
                          </a:solidFill>
                        </a:rPr>
                        <a:t>Q2</a:t>
                      </a:r>
                      <a:endParaRPr kumimoji="1" lang="ja-JP" altLang="en-US" sz="1400" b="1" dirty="0">
                        <a:solidFill>
                          <a:schemeClr val="accent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solidFill>
                            <a:schemeClr val="accent1"/>
                          </a:solidFill>
                        </a:rPr>
                        <a:t>エージェントの言動は人間らしく自然である </a:t>
                      </a:r>
                    </a:p>
                  </a:txBody>
                  <a:tcPr>
                    <a:solidFill>
                      <a:schemeClr val="bg1"/>
                    </a:solidFill>
                  </a:tcPr>
                </a:tc>
                <a:tc>
                  <a:txBody>
                    <a:bodyPr/>
                    <a:lstStyle/>
                    <a:p>
                      <a:r>
                        <a:rPr kumimoji="1" lang="en-US" altLang="ja-JP" sz="1400" b="1" dirty="0">
                          <a:solidFill>
                            <a:schemeClr val="accent1"/>
                          </a:solidFill>
                        </a:rPr>
                        <a:t>Q12</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エージェントの言動は見ていて楽しい</a:t>
                      </a:r>
                    </a:p>
                  </a:txBody>
                  <a:tcPr>
                    <a:solidFill>
                      <a:schemeClr val="bg1"/>
                    </a:solidFill>
                  </a:tcPr>
                </a:tc>
                <a:extLst>
                  <a:ext uri="{0D108BD9-81ED-4DB2-BD59-A6C34878D82A}">
                    <a16:rowId xmlns:a16="http://schemas.microsoft.com/office/drawing/2014/main" val="191722908"/>
                  </a:ext>
                </a:extLst>
              </a:tr>
              <a:tr h="581959">
                <a:tc>
                  <a:txBody>
                    <a:bodyPr/>
                    <a:lstStyle/>
                    <a:p>
                      <a:r>
                        <a:rPr kumimoji="1" lang="en-US" altLang="ja-JP" sz="1400" b="1" dirty="0">
                          <a:solidFill>
                            <a:schemeClr val="accent1"/>
                          </a:solidFill>
                        </a:rPr>
                        <a:t>Q3</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エージェントの外見はタスクに対して適切である </a:t>
                      </a:r>
                    </a:p>
                  </a:txBody>
                  <a:tcPr>
                    <a:solidFill>
                      <a:schemeClr val="bg1"/>
                    </a:solidFill>
                  </a:tcPr>
                </a:tc>
                <a:tc>
                  <a:txBody>
                    <a:bodyPr/>
                    <a:lstStyle/>
                    <a:p>
                      <a:r>
                        <a:rPr kumimoji="1" lang="en-US" altLang="ja-JP" sz="1400" b="1" dirty="0">
                          <a:solidFill>
                            <a:schemeClr val="accent1"/>
                          </a:solidFill>
                        </a:rPr>
                        <a:t>Q13</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エージェントは信頼できる</a:t>
                      </a:r>
                    </a:p>
                  </a:txBody>
                  <a:tcPr>
                    <a:solidFill>
                      <a:schemeClr val="bg1"/>
                    </a:solidFill>
                  </a:tcPr>
                </a:tc>
                <a:extLst>
                  <a:ext uri="{0D108BD9-81ED-4DB2-BD59-A6C34878D82A}">
                    <a16:rowId xmlns:a16="http://schemas.microsoft.com/office/drawing/2014/main" val="3653240321"/>
                  </a:ext>
                </a:extLst>
              </a:tr>
              <a:tr h="342329">
                <a:tc>
                  <a:txBody>
                    <a:bodyPr/>
                    <a:lstStyle/>
                    <a:p>
                      <a:r>
                        <a:rPr kumimoji="1" lang="en-US" altLang="ja-JP" sz="1400" b="1" dirty="0">
                          <a:solidFill>
                            <a:schemeClr val="accent1"/>
                          </a:solidFill>
                        </a:rPr>
                        <a:t>Q4</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エージェントは使い勝手がよさそうだ</a:t>
                      </a:r>
                    </a:p>
                  </a:txBody>
                  <a:tcPr>
                    <a:solidFill>
                      <a:schemeClr val="bg1"/>
                    </a:solidFill>
                  </a:tcPr>
                </a:tc>
                <a:tc>
                  <a:txBody>
                    <a:bodyPr/>
                    <a:lstStyle/>
                    <a:p>
                      <a:r>
                        <a:rPr kumimoji="1" lang="en-US" altLang="ja-JP" sz="1400" b="1" dirty="0">
                          <a:solidFill>
                            <a:schemeClr val="accent1"/>
                          </a:solidFill>
                        </a:rPr>
                        <a:t>Q14</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エージェントは気配りができる</a:t>
                      </a:r>
                      <a:endParaRPr kumimoji="1" lang="en-US" altLang="ja-JP" sz="1400" b="1" dirty="0">
                        <a:solidFill>
                          <a:schemeClr val="accent1"/>
                        </a:solidFill>
                      </a:endParaRPr>
                    </a:p>
                  </a:txBody>
                  <a:tcPr>
                    <a:solidFill>
                      <a:schemeClr val="bg1"/>
                    </a:solidFill>
                  </a:tcPr>
                </a:tc>
                <a:extLst>
                  <a:ext uri="{0D108BD9-81ED-4DB2-BD59-A6C34878D82A}">
                    <a16:rowId xmlns:a16="http://schemas.microsoft.com/office/drawing/2014/main" val="3459790237"/>
                  </a:ext>
                </a:extLst>
              </a:tr>
              <a:tr h="342329">
                <a:tc>
                  <a:txBody>
                    <a:bodyPr/>
                    <a:lstStyle/>
                    <a:p>
                      <a:r>
                        <a:rPr kumimoji="1" lang="en-US" altLang="ja-JP" sz="1400" b="1" dirty="0">
                          <a:solidFill>
                            <a:schemeClr val="accent1"/>
                          </a:solidFill>
                        </a:rPr>
                        <a:t>Q5</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エージェントはタスクを適切に実行している</a:t>
                      </a:r>
                    </a:p>
                  </a:txBody>
                  <a:tcPr>
                    <a:solidFill>
                      <a:schemeClr val="bg1"/>
                    </a:solidFill>
                  </a:tcPr>
                </a:tc>
                <a:tc>
                  <a:txBody>
                    <a:bodyPr/>
                    <a:lstStyle/>
                    <a:p>
                      <a:r>
                        <a:rPr kumimoji="1" lang="en-US" altLang="ja-JP" sz="1400" b="1" dirty="0">
                          <a:solidFill>
                            <a:schemeClr val="accent1"/>
                          </a:solidFill>
                        </a:rPr>
                        <a:t>Q15</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エージェントの言動は一貫している</a:t>
                      </a:r>
                    </a:p>
                  </a:txBody>
                  <a:tcPr>
                    <a:solidFill>
                      <a:schemeClr val="bg1"/>
                    </a:solidFill>
                  </a:tcPr>
                </a:tc>
                <a:extLst>
                  <a:ext uri="{0D108BD9-81ED-4DB2-BD59-A6C34878D82A}">
                    <a16:rowId xmlns:a16="http://schemas.microsoft.com/office/drawing/2014/main" val="3633688860"/>
                  </a:ext>
                </a:extLst>
              </a:tr>
              <a:tr h="342329">
                <a:tc>
                  <a:txBody>
                    <a:bodyPr/>
                    <a:lstStyle/>
                    <a:p>
                      <a:r>
                        <a:rPr kumimoji="1" lang="en-US" altLang="ja-JP" sz="1400" b="1" dirty="0">
                          <a:solidFill>
                            <a:schemeClr val="accent1"/>
                          </a:solidFill>
                        </a:rPr>
                        <a:t>Q6</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エージェントには好感が持てる</a:t>
                      </a:r>
                    </a:p>
                  </a:txBody>
                  <a:tcPr>
                    <a:solidFill>
                      <a:schemeClr val="bg1"/>
                    </a:solidFill>
                  </a:tcPr>
                </a:tc>
                <a:tc>
                  <a:txBody>
                    <a:bodyPr/>
                    <a:lstStyle/>
                    <a:p>
                      <a:r>
                        <a:rPr kumimoji="1" lang="en-US" altLang="ja-JP" sz="1400" b="1" dirty="0">
                          <a:solidFill>
                            <a:schemeClr val="accent1"/>
                          </a:solidFill>
                        </a:rPr>
                        <a:t>Q16</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エージェントの言動には意図がある</a:t>
                      </a:r>
                    </a:p>
                  </a:txBody>
                  <a:tcPr>
                    <a:solidFill>
                      <a:schemeClr val="bg1"/>
                    </a:solidFill>
                  </a:tcPr>
                </a:tc>
                <a:extLst>
                  <a:ext uri="{0D108BD9-81ED-4DB2-BD59-A6C34878D82A}">
                    <a16:rowId xmlns:a16="http://schemas.microsoft.com/office/drawing/2014/main" val="781971190"/>
                  </a:ext>
                </a:extLst>
              </a:tr>
              <a:tr h="342329">
                <a:tc>
                  <a:txBody>
                    <a:bodyPr/>
                    <a:lstStyle/>
                    <a:p>
                      <a:r>
                        <a:rPr kumimoji="1" lang="en-US" altLang="ja-JP" sz="1400" b="1" dirty="0">
                          <a:solidFill>
                            <a:schemeClr val="accent1"/>
                          </a:solidFill>
                        </a:rPr>
                        <a:t>Q7</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エージェントは社交的だと感じる</a:t>
                      </a:r>
                    </a:p>
                  </a:txBody>
                  <a:tcPr>
                    <a:solidFill>
                      <a:schemeClr val="bg1"/>
                    </a:solidFill>
                  </a:tcPr>
                </a:tc>
                <a:tc>
                  <a:txBody>
                    <a:bodyPr/>
                    <a:lstStyle/>
                    <a:p>
                      <a:r>
                        <a:rPr kumimoji="1" lang="en-US" altLang="ja-JP" sz="1400" b="1" dirty="0">
                          <a:solidFill>
                            <a:schemeClr val="accent1"/>
                          </a:solidFill>
                        </a:rPr>
                        <a:t>Q17</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エージェントには存在感がある</a:t>
                      </a:r>
                    </a:p>
                  </a:txBody>
                  <a:tcPr>
                    <a:solidFill>
                      <a:schemeClr val="bg1"/>
                    </a:solidFill>
                  </a:tcPr>
                </a:tc>
                <a:extLst>
                  <a:ext uri="{0D108BD9-81ED-4DB2-BD59-A6C34878D82A}">
                    <a16:rowId xmlns:a16="http://schemas.microsoft.com/office/drawing/2014/main" val="3093623646"/>
                  </a:ext>
                </a:extLst>
              </a:tr>
              <a:tr h="581959">
                <a:tc>
                  <a:txBody>
                    <a:bodyPr/>
                    <a:lstStyle/>
                    <a:p>
                      <a:r>
                        <a:rPr kumimoji="1" lang="en-US" altLang="ja-JP" sz="1400" b="1" dirty="0">
                          <a:solidFill>
                            <a:schemeClr val="accent1"/>
                          </a:solidFill>
                        </a:rPr>
                        <a:t>Q8</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エージェントと自然に会話を行うことができた</a:t>
                      </a:r>
                    </a:p>
                  </a:txBody>
                  <a:tcPr>
                    <a:solidFill>
                      <a:schemeClr val="bg1"/>
                    </a:solidFill>
                  </a:tcPr>
                </a:tc>
                <a:tc>
                  <a:txBody>
                    <a:bodyPr/>
                    <a:lstStyle/>
                    <a:p>
                      <a:r>
                        <a:rPr kumimoji="1" lang="en-US" altLang="ja-JP" sz="1400" b="1" dirty="0">
                          <a:solidFill>
                            <a:schemeClr val="accent1"/>
                          </a:solidFill>
                        </a:rPr>
                        <a:t>Q18</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エージェントには影響力がある</a:t>
                      </a:r>
                    </a:p>
                  </a:txBody>
                  <a:tcPr>
                    <a:solidFill>
                      <a:schemeClr val="bg1"/>
                    </a:solidFill>
                  </a:tcPr>
                </a:tc>
                <a:extLst>
                  <a:ext uri="{0D108BD9-81ED-4DB2-BD59-A6C34878D82A}">
                    <a16:rowId xmlns:a16="http://schemas.microsoft.com/office/drawing/2014/main" val="2177886145"/>
                  </a:ext>
                </a:extLst>
              </a:tr>
              <a:tr h="342329">
                <a:tc>
                  <a:txBody>
                    <a:bodyPr/>
                    <a:lstStyle/>
                    <a:p>
                      <a:r>
                        <a:rPr kumimoji="1" lang="en-US" altLang="ja-JP" sz="1400" b="1" dirty="0">
                          <a:solidFill>
                            <a:schemeClr val="accent1"/>
                          </a:solidFill>
                        </a:rPr>
                        <a:t>Q9</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エージェントには個性がある</a:t>
                      </a:r>
                    </a:p>
                  </a:txBody>
                  <a:tcPr>
                    <a:solidFill>
                      <a:schemeClr val="bg1"/>
                    </a:solidFill>
                  </a:tcPr>
                </a:tc>
                <a:tc>
                  <a:txBody>
                    <a:bodyPr/>
                    <a:lstStyle/>
                    <a:p>
                      <a:r>
                        <a:rPr kumimoji="1" lang="en-US" altLang="ja-JP" sz="1400" b="1" dirty="0">
                          <a:solidFill>
                            <a:schemeClr val="accent2"/>
                          </a:solidFill>
                        </a:rPr>
                        <a:t>Q19</a:t>
                      </a:r>
                      <a:endParaRPr kumimoji="1" lang="ja-JP" altLang="en-US" sz="1400" b="1" dirty="0">
                        <a:solidFill>
                          <a:schemeClr val="accent2"/>
                        </a:solidFill>
                      </a:endParaRPr>
                    </a:p>
                  </a:txBody>
                  <a:tcPr>
                    <a:solidFill>
                      <a:schemeClr val="bg1"/>
                    </a:solidFill>
                  </a:tcPr>
                </a:tc>
                <a:tc>
                  <a:txBody>
                    <a:bodyPr/>
                    <a:lstStyle/>
                    <a:p>
                      <a:r>
                        <a:rPr kumimoji="1" lang="ja-JP" altLang="en-US" sz="1400" b="1" dirty="0">
                          <a:solidFill>
                            <a:schemeClr val="accent2"/>
                          </a:solidFill>
                        </a:rPr>
                        <a:t>エージェントの人格が変わったと感じましたか</a:t>
                      </a:r>
                    </a:p>
                  </a:txBody>
                  <a:tcPr>
                    <a:solidFill>
                      <a:schemeClr val="bg1"/>
                    </a:solidFill>
                  </a:tcPr>
                </a:tc>
                <a:extLst>
                  <a:ext uri="{0D108BD9-81ED-4DB2-BD59-A6C34878D82A}">
                    <a16:rowId xmlns:a16="http://schemas.microsoft.com/office/drawing/2014/main" val="2153456940"/>
                  </a:ext>
                </a:extLst>
              </a:tr>
              <a:tr h="342329">
                <a:tc>
                  <a:txBody>
                    <a:bodyPr/>
                    <a:lstStyle/>
                    <a:p>
                      <a:r>
                        <a:rPr kumimoji="1" lang="en-US" altLang="ja-JP" sz="1400" b="1" dirty="0">
                          <a:solidFill>
                            <a:schemeClr val="accent1"/>
                          </a:solidFill>
                        </a:rPr>
                        <a:t>Q10</a:t>
                      </a:r>
                      <a:endParaRPr kumimoji="1" lang="ja-JP" altLang="en-US" sz="1400" b="1" dirty="0">
                        <a:solidFill>
                          <a:schemeClr val="accent1"/>
                        </a:solidFill>
                      </a:endParaRPr>
                    </a:p>
                  </a:txBody>
                  <a:tcPr>
                    <a:solidFill>
                      <a:schemeClr val="bg1"/>
                    </a:solidFill>
                  </a:tcPr>
                </a:tc>
                <a:tc>
                  <a:txBody>
                    <a:bodyPr/>
                    <a:lstStyle/>
                    <a:p>
                      <a:r>
                        <a:rPr kumimoji="1" lang="ja-JP" altLang="en-US" sz="1400" b="1" dirty="0">
                          <a:solidFill>
                            <a:schemeClr val="accent1"/>
                          </a:solidFill>
                        </a:rPr>
                        <a:t>エージェントは親しみやすい</a:t>
                      </a:r>
                    </a:p>
                  </a:txBody>
                  <a:tcPr>
                    <a:solidFill>
                      <a:schemeClr val="bg1"/>
                    </a:solidFill>
                  </a:tcPr>
                </a:tc>
                <a:tc>
                  <a:txBody>
                    <a:bodyPr/>
                    <a:lstStyle/>
                    <a:p>
                      <a:endParaRPr kumimoji="1" lang="ja-JP" altLang="en-US" sz="1400" b="1" dirty="0">
                        <a:solidFill>
                          <a:schemeClr val="accent1"/>
                        </a:solidFill>
                      </a:endParaRPr>
                    </a:p>
                  </a:txBody>
                  <a:tcPr>
                    <a:solidFill>
                      <a:schemeClr val="bg1"/>
                    </a:solidFill>
                  </a:tcPr>
                </a:tc>
                <a:tc>
                  <a:txBody>
                    <a:bodyPr/>
                    <a:lstStyle/>
                    <a:p>
                      <a:endParaRPr kumimoji="1" lang="ja-JP" altLang="en-US" sz="1400" b="1" dirty="0">
                        <a:solidFill>
                          <a:schemeClr val="accent1"/>
                        </a:solidFill>
                      </a:endParaRPr>
                    </a:p>
                  </a:txBody>
                  <a:tcPr>
                    <a:solidFill>
                      <a:schemeClr val="bg1"/>
                    </a:solidFill>
                  </a:tcPr>
                </a:tc>
                <a:extLst>
                  <a:ext uri="{0D108BD9-81ED-4DB2-BD59-A6C34878D82A}">
                    <a16:rowId xmlns:a16="http://schemas.microsoft.com/office/drawing/2014/main" val="3945818408"/>
                  </a:ext>
                </a:extLst>
              </a:tr>
            </a:tbl>
          </a:graphicData>
        </a:graphic>
      </p:graphicFrame>
    </p:spTree>
    <p:extLst>
      <p:ext uri="{BB962C8B-B14F-4D97-AF65-F5344CB8AC3E}">
        <p14:creationId xmlns:p14="http://schemas.microsoft.com/office/powerpoint/2010/main" val="2614177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72EFE-DA8E-0C68-6652-5511BDBEADF6}"/>
            </a:ext>
          </a:extLst>
        </p:cNvPr>
        <p:cNvGrpSpPr/>
        <p:nvPr/>
      </p:nvGrpSpPr>
      <p:grpSpPr>
        <a:xfrm>
          <a:off x="0" y="0"/>
          <a:ext cx="0" cy="0"/>
          <a:chOff x="0" y="0"/>
          <a:chExt cx="0" cy="0"/>
        </a:xfrm>
      </p:grpSpPr>
      <p:sp>
        <p:nvSpPr>
          <p:cNvPr id="17" name="スライド番号プレースホルダー 16">
            <a:extLst>
              <a:ext uri="{FF2B5EF4-FFF2-40B4-BE49-F238E27FC236}">
                <a16:creationId xmlns:a16="http://schemas.microsoft.com/office/drawing/2014/main" id="{0F2D5E15-D016-559D-159E-0170F14473EE}"/>
              </a:ext>
            </a:extLst>
          </p:cNvPr>
          <p:cNvSpPr>
            <a:spLocks noGrp="1"/>
          </p:cNvSpPr>
          <p:nvPr>
            <p:ph type="sldNum" sz="quarter" idx="12"/>
          </p:nvPr>
        </p:nvSpPr>
        <p:spPr/>
        <p:txBody>
          <a:bodyPr>
            <a:noAutofit/>
          </a:bodyPr>
          <a:lstStyle/>
          <a:p>
            <a:fld id="{18020408-E1FF-429E-A8D5-EB2A190A0D77}" type="slidenum">
              <a:rPr kumimoji="1" lang="ja-JP" altLang="en-US" smtClean="0"/>
              <a:t>17</a:t>
            </a:fld>
            <a:endParaRPr kumimoji="1" lang="ja-JP" altLang="en-US"/>
          </a:p>
        </p:txBody>
      </p:sp>
      <p:sp>
        <p:nvSpPr>
          <p:cNvPr id="5" name="タイトル 4">
            <a:extLst>
              <a:ext uri="{FF2B5EF4-FFF2-40B4-BE49-F238E27FC236}">
                <a16:creationId xmlns:a16="http://schemas.microsoft.com/office/drawing/2014/main" id="{3E09D3CF-2A0F-2BAE-BAAB-27E3D93D0CDE}"/>
              </a:ext>
            </a:extLst>
          </p:cNvPr>
          <p:cNvSpPr>
            <a:spLocks noGrp="1"/>
          </p:cNvSpPr>
          <p:nvPr>
            <p:ph type="title"/>
          </p:nvPr>
        </p:nvSpPr>
        <p:spPr/>
        <p:txBody>
          <a:bodyPr>
            <a:noAutofit/>
          </a:bodyPr>
          <a:lstStyle/>
          <a:p>
            <a:r>
              <a:rPr lang="ja-JP" altLang="en-US" sz="3600" b="1" dirty="0">
                <a:solidFill>
                  <a:schemeClr val="bg1"/>
                </a:solidFill>
                <a:latin typeface="+mn-ea"/>
                <a:ea typeface="+mn-ea"/>
              </a:rPr>
              <a:t>まとめ</a:t>
            </a:r>
          </a:p>
        </p:txBody>
      </p:sp>
      <p:sp>
        <p:nvSpPr>
          <p:cNvPr id="3" name="Rectangle 1">
            <a:extLst>
              <a:ext uri="{FF2B5EF4-FFF2-40B4-BE49-F238E27FC236}">
                <a16:creationId xmlns:a16="http://schemas.microsoft.com/office/drawing/2014/main" id="{F9547E2E-ABCB-0B7B-D735-44872D708926}"/>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2" name="テキスト ボックス 1">
            <a:extLst>
              <a:ext uri="{FF2B5EF4-FFF2-40B4-BE49-F238E27FC236}">
                <a16:creationId xmlns:a16="http://schemas.microsoft.com/office/drawing/2014/main" id="{FF82EDE1-3624-117F-3165-F475C421E895}"/>
              </a:ext>
            </a:extLst>
          </p:cNvPr>
          <p:cNvSpPr txBox="1"/>
          <p:nvPr/>
        </p:nvSpPr>
        <p:spPr>
          <a:xfrm>
            <a:off x="241484" y="2790248"/>
            <a:ext cx="1575769" cy="523220"/>
          </a:xfrm>
          <a:prstGeom prst="rect">
            <a:avLst/>
          </a:prstGeom>
          <a:noFill/>
        </p:spPr>
        <p:txBody>
          <a:bodyPr wrap="square">
            <a:noAutofit/>
          </a:bodyPr>
          <a:lstStyle/>
          <a:p>
            <a:r>
              <a:rPr kumimoji="1" lang="ja-JP" altLang="en-US" sz="2800" b="1" dirty="0">
                <a:solidFill>
                  <a:schemeClr val="accent1"/>
                </a:solidFill>
              </a:rPr>
              <a:t>方法</a:t>
            </a:r>
          </a:p>
        </p:txBody>
      </p:sp>
      <p:sp>
        <p:nvSpPr>
          <p:cNvPr id="6" name="テキスト ボックス 5">
            <a:extLst>
              <a:ext uri="{FF2B5EF4-FFF2-40B4-BE49-F238E27FC236}">
                <a16:creationId xmlns:a16="http://schemas.microsoft.com/office/drawing/2014/main" id="{CD48D51C-554C-7EED-EC8C-A189025BB653}"/>
              </a:ext>
            </a:extLst>
          </p:cNvPr>
          <p:cNvSpPr txBox="1"/>
          <p:nvPr/>
        </p:nvSpPr>
        <p:spPr>
          <a:xfrm>
            <a:off x="241484" y="1938677"/>
            <a:ext cx="4706297" cy="707886"/>
          </a:xfrm>
          <a:prstGeom prst="rect">
            <a:avLst/>
          </a:prstGeom>
          <a:noFill/>
        </p:spPr>
        <p:txBody>
          <a:bodyPr wrap="square" rtlCol="0">
            <a:noAutofit/>
          </a:bodyPr>
          <a:lstStyle/>
          <a:p>
            <a:r>
              <a:rPr lang="ja-JP" altLang="en-US" sz="2000" b="1" dirty="0">
                <a:latin typeface="+mn-ea"/>
              </a:rPr>
              <a:t>不信感を抱いた対象の切り替えによる</a:t>
            </a:r>
            <a:endParaRPr lang="en-US" altLang="ja-JP" sz="2000" b="1" dirty="0">
              <a:latin typeface="+mn-ea"/>
            </a:endParaRPr>
          </a:p>
          <a:p>
            <a:r>
              <a:rPr lang="en-US" altLang="ja-JP" sz="2000" b="1" dirty="0">
                <a:latin typeface="+mn-ea"/>
              </a:rPr>
              <a:t>LLM</a:t>
            </a:r>
            <a:r>
              <a:rPr lang="ja-JP" altLang="en-US" sz="2000" b="1" dirty="0">
                <a:latin typeface="+mn-ea"/>
              </a:rPr>
              <a:t>への</a:t>
            </a:r>
            <a:r>
              <a:rPr kumimoji="1" lang="ja-JP" altLang="en-US" sz="2000" b="1" dirty="0">
                <a:latin typeface="+mn-ea"/>
              </a:rPr>
              <a:t>ネガティブな印象のリセット</a:t>
            </a:r>
          </a:p>
        </p:txBody>
      </p:sp>
      <p:sp>
        <p:nvSpPr>
          <p:cNvPr id="8" name="テキスト ボックス 7">
            <a:extLst>
              <a:ext uri="{FF2B5EF4-FFF2-40B4-BE49-F238E27FC236}">
                <a16:creationId xmlns:a16="http://schemas.microsoft.com/office/drawing/2014/main" id="{7848C61F-E2CA-1E7F-D717-FBEC15CF7D45}"/>
              </a:ext>
            </a:extLst>
          </p:cNvPr>
          <p:cNvSpPr txBox="1"/>
          <p:nvPr/>
        </p:nvSpPr>
        <p:spPr>
          <a:xfrm>
            <a:off x="241484" y="3347643"/>
            <a:ext cx="3647121" cy="1074194"/>
          </a:xfrm>
          <a:prstGeom prst="rect">
            <a:avLst/>
          </a:prstGeom>
          <a:noFill/>
        </p:spPr>
        <p:txBody>
          <a:bodyPr wrap="square">
            <a:noAutofit/>
          </a:bodyPr>
          <a:lstStyle/>
          <a:p>
            <a:pPr fontAlgn="base">
              <a:spcAft>
                <a:spcPts val="600"/>
              </a:spcAft>
            </a:pPr>
            <a:r>
              <a:rPr lang="ja-JP" altLang="en-US" sz="2000" b="1" dirty="0">
                <a:solidFill>
                  <a:srgbClr val="000000"/>
                </a:solidFill>
                <a:latin typeface="+mn-ea"/>
              </a:rPr>
              <a:t>人格切替システムの開発</a:t>
            </a:r>
            <a:endParaRPr lang="en-US" altLang="ja-JP" sz="2000" b="1" dirty="0">
              <a:solidFill>
                <a:srgbClr val="000000"/>
              </a:solidFill>
              <a:latin typeface="+mn-ea"/>
            </a:endParaRPr>
          </a:p>
          <a:p>
            <a:pPr marL="271463" indent="-177800" fontAlgn="base">
              <a:spcAft>
                <a:spcPts val="600"/>
              </a:spcAft>
              <a:buFont typeface="Arial" panose="020B0604020202020204" pitchFamily="34" charset="0"/>
              <a:buChar char="•"/>
            </a:pPr>
            <a:r>
              <a:rPr lang="ja-JP" altLang="en-US" sz="2000" b="1" dirty="0">
                <a:solidFill>
                  <a:srgbClr val="000000"/>
                </a:solidFill>
                <a:latin typeface="+mn-ea"/>
              </a:rPr>
              <a:t>人格には</a:t>
            </a:r>
            <a:r>
              <a:rPr lang="en-US" altLang="ja-JP" sz="2000" b="1" dirty="0">
                <a:solidFill>
                  <a:srgbClr val="000000"/>
                </a:solidFill>
                <a:latin typeface="+mn-ea"/>
              </a:rPr>
              <a:t>MBTI</a:t>
            </a:r>
            <a:r>
              <a:rPr lang="ja-JP" altLang="en-US" sz="2000" b="1" dirty="0">
                <a:solidFill>
                  <a:srgbClr val="000000"/>
                </a:solidFill>
                <a:latin typeface="+mn-ea"/>
              </a:rPr>
              <a:t>を採用</a:t>
            </a:r>
            <a:endParaRPr lang="en-US" altLang="ja-JP" sz="2000" b="1" dirty="0">
              <a:solidFill>
                <a:srgbClr val="000000"/>
              </a:solidFill>
              <a:latin typeface="+mn-ea"/>
            </a:endParaRPr>
          </a:p>
          <a:p>
            <a:pPr marL="271463" indent="-177800" fontAlgn="base">
              <a:spcAft>
                <a:spcPts val="600"/>
              </a:spcAft>
              <a:buFont typeface="Arial" panose="020B0604020202020204" pitchFamily="34" charset="0"/>
              <a:buChar char="•"/>
            </a:pPr>
            <a:r>
              <a:rPr lang="ja-JP" altLang="en-US" sz="2000" b="1" dirty="0"/>
              <a:t>人格特性は口調で表現</a:t>
            </a:r>
          </a:p>
        </p:txBody>
      </p:sp>
      <p:sp>
        <p:nvSpPr>
          <p:cNvPr id="10" name="テキスト ボックス 9">
            <a:extLst>
              <a:ext uri="{FF2B5EF4-FFF2-40B4-BE49-F238E27FC236}">
                <a16:creationId xmlns:a16="http://schemas.microsoft.com/office/drawing/2014/main" id="{D0A29BD8-D440-F872-4DC7-7D37D43B13CF}"/>
              </a:ext>
            </a:extLst>
          </p:cNvPr>
          <p:cNvSpPr txBox="1"/>
          <p:nvPr/>
        </p:nvSpPr>
        <p:spPr>
          <a:xfrm>
            <a:off x="241484" y="1463905"/>
            <a:ext cx="1048289" cy="523220"/>
          </a:xfrm>
          <a:prstGeom prst="rect">
            <a:avLst/>
          </a:prstGeom>
          <a:noFill/>
        </p:spPr>
        <p:txBody>
          <a:bodyPr wrap="square">
            <a:noAutofit/>
          </a:bodyPr>
          <a:lstStyle/>
          <a:p>
            <a:r>
              <a:rPr kumimoji="1" lang="ja-JP" altLang="en-US" sz="2800" b="1" dirty="0">
                <a:solidFill>
                  <a:schemeClr val="accent1"/>
                </a:solidFill>
              </a:rPr>
              <a:t>目的</a:t>
            </a:r>
          </a:p>
        </p:txBody>
      </p:sp>
      <p:sp>
        <p:nvSpPr>
          <p:cNvPr id="12" name="テキスト ボックス 11">
            <a:extLst>
              <a:ext uri="{FF2B5EF4-FFF2-40B4-BE49-F238E27FC236}">
                <a16:creationId xmlns:a16="http://schemas.microsoft.com/office/drawing/2014/main" id="{75CFB208-EE1D-37B9-641F-12CE83DE4A58}"/>
              </a:ext>
            </a:extLst>
          </p:cNvPr>
          <p:cNvSpPr txBox="1"/>
          <p:nvPr/>
        </p:nvSpPr>
        <p:spPr>
          <a:xfrm>
            <a:off x="191424" y="4568819"/>
            <a:ext cx="2196697" cy="523220"/>
          </a:xfrm>
          <a:prstGeom prst="rect">
            <a:avLst/>
          </a:prstGeom>
          <a:noFill/>
        </p:spPr>
        <p:txBody>
          <a:bodyPr wrap="square">
            <a:noAutofit/>
          </a:bodyPr>
          <a:lstStyle/>
          <a:p>
            <a:r>
              <a:rPr kumimoji="1" lang="ja-JP" altLang="en-US" sz="2800" b="1" dirty="0">
                <a:solidFill>
                  <a:schemeClr val="accent1"/>
                </a:solidFill>
              </a:rPr>
              <a:t>今後の計画</a:t>
            </a:r>
            <a:endParaRPr kumimoji="1" lang="en-US" altLang="ja-JP" sz="2800" b="1" dirty="0">
              <a:solidFill>
                <a:schemeClr val="accent1"/>
              </a:solidFill>
            </a:endParaRPr>
          </a:p>
        </p:txBody>
      </p:sp>
      <p:sp>
        <p:nvSpPr>
          <p:cNvPr id="14" name="テキスト ボックス 13">
            <a:extLst>
              <a:ext uri="{FF2B5EF4-FFF2-40B4-BE49-F238E27FC236}">
                <a16:creationId xmlns:a16="http://schemas.microsoft.com/office/drawing/2014/main" id="{409E5F8A-FB94-1CE5-0F16-47419A7D6354}"/>
              </a:ext>
            </a:extLst>
          </p:cNvPr>
          <p:cNvSpPr txBox="1"/>
          <p:nvPr/>
        </p:nvSpPr>
        <p:spPr>
          <a:xfrm>
            <a:off x="241484" y="4974114"/>
            <a:ext cx="5745956" cy="695608"/>
          </a:xfrm>
          <a:prstGeom prst="rect">
            <a:avLst/>
          </a:prstGeom>
          <a:noFill/>
        </p:spPr>
        <p:txBody>
          <a:bodyPr wrap="square">
            <a:noAutofit/>
          </a:bodyPr>
          <a:lstStyle/>
          <a:p>
            <a:pPr>
              <a:lnSpc>
                <a:spcPct val="150000"/>
              </a:lnSpc>
            </a:pPr>
            <a:r>
              <a:rPr lang="ja-JP" altLang="en-US" sz="2000" b="1" dirty="0"/>
              <a:t>チャットの様子を順次再現するシステムの開発</a:t>
            </a:r>
            <a:endParaRPr lang="en-US" altLang="ja-JP" sz="2000" b="1" dirty="0"/>
          </a:p>
          <a:p>
            <a:br>
              <a:rPr lang="en-US" altLang="ja-JP" b="1" dirty="0"/>
            </a:br>
            <a:endParaRPr lang="ja-JP" altLang="en-US" b="1" dirty="0"/>
          </a:p>
        </p:txBody>
      </p:sp>
      <p:pic>
        <p:nvPicPr>
          <p:cNvPr id="9" name="チャットの様子">
            <a:hlinkClick r:id="" action="ppaction://media"/>
            <a:extLst>
              <a:ext uri="{FF2B5EF4-FFF2-40B4-BE49-F238E27FC236}">
                <a16:creationId xmlns:a16="http://schemas.microsoft.com/office/drawing/2014/main" id="{F6F51236-FCF6-F396-37EA-D6100298550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760560" y="4802924"/>
            <a:ext cx="3081948" cy="1733596"/>
          </a:xfrm>
          <a:prstGeom prst="rect">
            <a:avLst/>
          </a:prstGeom>
          <a:ln>
            <a:solidFill>
              <a:schemeClr val="accent1"/>
            </a:solidFill>
          </a:ln>
        </p:spPr>
      </p:pic>
      <p:pic>
        <p:nvPicPr>
          <p:cNvPr id="4" name="グラフィックス 3">
            <a:extLst>
              <a:ext uri="{FF2B5EF4-FFF2-40B4-BE49-F238E27FC236}">
                <a16:creationId xmlns:a16="http://schemas.microsoft.com/office/drawing/2014/main" id="{8A35DE9A-8C50-D152-D1C5-2F681E2262A5}"/>
              </a:ext>
            </a:extLst>
          </p:cNvPr>
          <p:cNvPicPr>
            <a:picLocks noChangeAspect="1"/>
          </p:cNvPicPr>
          <p:nvPr/>
        </p:nvPicPr>
        <p:blipFill>
          <a:blip r:embed="rId6">
            <a:extLst>
              <a:ext uri="{96DAC541-7B7A-43D3-8B79-37D633B846F1}">
                <asvg:svgBlip xmlns:asvg="http://schemas.microsoft.com/office/drawing/2016/SVG/main" r:embed="rId7"/>
              </a:ext>
            </a:extLst>
          </a:blip>
          <a:srcRect l="5496" t="16963" r="5083" b="21407"/>
          <a:stretch>
            <a:fillRect/>
          </a:stretch>
        </p:blipFill>
        <p:spPr>
          <a:xfrm>
            <a:off x="4694020" y="2450507"/>
            <a:ext cx="4148488" cy="1608292"/>
          </a:xfrm>
          <a:prstGeom prst="rect">
            <a:avLst/>
          </a:prstGeom>
        </p:spPr>
      </p:pic>
    </p:spTree>
    <p:extLst>
      <p:ext uri="{BB962C8B-B14F-4D97-AF65-F5344CB8AC3E}">
        <p14:creationId xmlns:p14="http://schemas.microsoft.com/office/powerpoint/2010/main" val="402866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094"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9"/>
                                        </p:tgtEl>
                                      </p:cBhvr>
                                    </p:cmd>
                                  </p:childTnLst>
                                </p:cTn>
                              </p:par>
                            </p:childTnLst>
                          </p:cTn>
                        </p:par>
                      </p:childTnLst>
                    </p:cTn>
                  </p:par>
                </p:childTnLst>
              </p:cTn>
              <p:nextCondLst>
                <p:cond evt="onClick" delay="0">
                  <p:tgtEl>
                    <p:spTgt spid="9"/>
                  </p:tgtEl>
                </p:cond>
              </p:nextCondLst>
            </p:seq>
            <p:video>
              <p:cMediaNode vol="80000">
                <p:cTn id="12" repeatCount="indefinite" fill="hold" display="0">
                  <p:stCondLst>
                    <p:cond delay="indefinite"/>
                  </p:stCondLst>
                </p:cTn>
                <p:tgtEl>
                  <p:spTgt spid="9"/>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C86AF53-7135-ADC5-2552-02490BC7578A}"/>
            </a:ext>
          </a:extLst>
        </p:cNvPr>
        <p:cNvGrpSpPr/>
        <p:nvPr/>
      </p:nvGrpSpPr>
      <p:grpSpPr>
        <a:xfrm>
          <a:off x="0" y="0"/>
          <a:ext cx="0" cy="0"/>
          <a:chOff x="0" y="0"/>
          <a:chExt cx="0" cy="0"/>
        </a:xfrm>
      </p:grpSpPr>
      <p:sp>
        <p:nvSpPr>
          <p:cNvPr id="24" name="スライド番号プレースホルダー 23">
            <a:extLst>
              <a:ext uri="{FF2B5EF4-FFF2-40B4-BE49-F238E27FC236}">
                <a16:creationId xmlns:a16="http://schemas.microsoft.com/office/drawing/2014/main" id="{B815B7D3-328E-2702-02DF-D528319B55FA}"/>
              </a:ext>
            </a:extLst>
          </p:cNvPr>
          <p:cNvSpPr>
            <a:spLocks noGrp="1"/>
          </p:cNvSpPr>
          <p:nvPr>
            <p:ph type="sldNum" sz="quarter" idx="12"/>
          </p:nvPr>
        </p:nvSpPr>
        <p:spPr/>
        <p:txBody>
          <a:bodyPr>
            <a:noAutofit/>
          </a:bodyPr>
          <a:lstStyle/>
          <a:p>
            <a:fld id="{18020408-E1FF-429E-A8D5-EB2A190A0D77}" type="slidenum">
              <a:rPr kumimoji="1" lang="ja-JP" altLang="en-US" smtClean="0"/>
              <a:t>18</a:t>
            </a:fld>
            <a:endParaRPr kumimoji="1" lang="ja-JP" altLang="en-US" dirty="0"/>
          </a:p>
        </p:txBody>
      </p:sp>
      <p:sp>
        <p:nvSpPr>
          <p:cNvPr id="5" name="タイトル 4">
            <a:extLst>
              <a:ext uri="{FF2B5EF4-FFF2-40B4-BE49-F238E27FC236}">
                <a16:creationId xmlns:a16="http://schemas.microsoft.com/office/drawing/2014/main" id="{8D7B0C60-2284-9F96-10A8-65BD6F55C704}"/>
              </a:ext>
            </a:extLst>
          </p:cNvPr>
          <p:cNvSpPr>
            <a:spLocks noGrp="1"/>
          </p:cNvSpPr>
          <p:nvPr>
            <p:ph type="title"/>
          </p:nvPr>
        </p:nvSpPr>
        <p:spPr/>
        <p:txBody>
          <a:bodyPr>
            <a:noAutofit/>
          </a:bodyPr>
          <a:lstStyle/>
          <a:p>
            <a:r>
              <a:rPr lang="ja-JP" altLang="en-US" sz="3600" b="1" dirty="0">
                <a:solidFill>
                  <a:schemeClr val="bg1"/>
                </a:solidFill>
                <a:latin typeface="+mn-ea"/>
                <a:ea typeface="+mn-ea"/>
              </a:rPr>
              <a:t>概要</a:t>
            </a:r>
          </a:p>
        </p:txBody>
      </p:sp>
      <p:sp>
        <p:nvSpPr>
          <p:cNvPr id="6" name="テキスト ボックス 5">
            <a:extLst>
              <a:ext uri="{FF2B5EF4-FFF2-40B4-BE49-F238E27FC236}">
                <a16:creationId xmlns:a16="http://schemas.microsoft.com/office/drawing/2014/main" id="{03A38315-3AC1-C716-AC53-0D7D0326AD22}"/>
              </a:ext>
            </a:extLst>
          </p:cNvPr>
          <p:cNvSpPr txBox="1"/>
          <p:nvPr/>
        </p:nvSpPr>
        <p:spPr>
          <a:xfrm>
            <a:off x="308873" y="1114606"/>
            <a:ext cx="1472376" cy="523220"/>
          </a:xfrm>
          <a:prstGeom prst="rect">
            <a:avLst/>
          </a:prstGeom>
          <a:noFill/>
        </p:spPr>
        <p:txBody>
          <a:bodyPr wrap="square" rtlCol="0">
            <a:noAutofit/>
          </a:bodyPr>
          <a:lstStyle/>
          <a:p>
            <a:r>
              <a:rPr kumimoji="1" lang="ja-JP" altLang="en-US" sz="2800" b="1" dirty="0">
                <a:solidFill>
                  <a:schemeClr val="accent1"/>
                </a:solidFill>
              </a:rPr>
              <a:t>目的</a:t>
            </a:r>
          </a:p>
        </p:txBody>
      </p:sp>
      <p:sp>
        <p:nvSpPr>
          <p:cNvPr id="8" name="テキスト ボックス 7">
            <a:extLst>
              <a:ext uri="{FF2B5EF4-FFF2-40B4-BE49-F238E27FC236}">
                <a16:creationId xmlns:a16="http://schemas.microsoft.com/office/drawing/2014/main" id="{520A70A0-5269-31E3-A771-03447E888766}"/>
              </a:ext>
            </a:extLst>
          </p:cNvPr>
          <p:cNvSpPr txBox="1"/>
          <p:nvPr/>
        </p:nvSpPr>
        <p:spPr>
          <a:xfrm>
            <a:off x="308873" y="2230950"/>
            <a:ext cx="1575769" cy="523220"/>
          </a:xfrm>
          <a:prstGeom prst="rect">
            <a:avLst/>
          </a:prstGeom>
          <a:noFill/>
        </p:spPr>
        <p:txBody>
          <a:bodyPr wrap="square">
            <a:noAutofit/>
          </a:bodyPr>
          <a:lstStyle/>
          <a:p>
            <a:r>
              <a:rPr kumimoji="1" lang="ja-JP" altLang="en-US" sz="2800" b="1" dirty="0">
                <a:solidFill>
                  <a:schemeClr val="accent1"/>
                </a:solidFill>
              </a:rPr>
              <a:t>方法</a:t>
            </a:r>
          </a:p>
        </p:txBody>
      </p:sp>
      <p:sp>
        <p:nvSpPr>
          <p:cNvPr id="10" name="テキスト ボックス 9">
            <a:extLst>
              <a:ext uri="{FF2B5EF4-FFF2-40B4-BE49-F238E27FC236}">
                <a16:creationId xmlns:a16="http://schemas.microsoft.com/office/drawing/2014/main" id="{EE8D636A-86BF-01AA-AC46-462FC0F3AE29}"/>
              </a:ext>
            </a:extLst>
          </p:cNvPr>
          <p:cNvSpPr txBox="1"/>
          <p:nvPr/>
        </p:nvSpPr>
        <p:spPr>
          <a:xfrm>
            <a:off x="308873" y="4049058"/>
            <a:ext cx="4931476" cy="523220"/>
          </a:xfrm>
          <a:prstGeom prst="rect">
            <a:avLst/>
          </a:prstGeom>
          <a:noFill/>
        </p:spPr>
        <p:txBody>
          <a:bodyPr wrap="square">
            <a:noAutofit/>
          </a:bodyPr>
          <a:lstStyle/>
          <a:p>
            <a:r>
              <a:rPr kumimoji="1" lang="ja-JP" altLang="en-US" sz="2800" b="1" dirty="0">
                <a:solidFill>
                  <a:schemeClr val="accent1"/>
                </a:solidFill>
              </a:rPr>
              <a:t>実験方法</a:t>
            </a:r>
          </a:p>
        </p:txBody>
      </p:sp>
      <p:sp>
        <p:nvSpPr>
          <p:cNvPr id="11" name="テキスト ボックス 10">
            <a:extLst>
              <a:ext uri="{FF2B5EF4-FFF2-40B4-BE49-F238E27FC236}">
                <a16:creationId xmlns:a16="http://schemas.microsoft.com/office/drawing/2014/main" id="{6B8EF2FB-9E24-6057-49B2-0E4D248E036F}"/>
              </a:ext>
            </a:extLst>
          </p:cNvPr>
          <p:cNvSpPr txBox="1"/>
          <p:nvPr/>
        </p:nvSpPr>
        <p:spPr>
          <a:xfrm>
            <a:off x="308874" y="1555955"/>
            <a:ext cx="3912398" cy="623365"/>
          </a:xfrm>
          <a:prstGeom prst="rect">
            <a:avLst/>
          </a:prstGeom>
          <a:noFill/>
        </p:spPr>
        <p:txBody>
          <a:bodyPr wrap="square" rtlCol="0">
            <a:noAutofit/>
          </a:bodyPr>
          <a:lstStyle/>
          <a:p>
            <a:r>
              <a:rPr lang="ja-JP" altLang="en-US" sz="1600" b="1" dirty="0">
                <a:latin typeface="+mn-ea"/>
              </a:rPr>
              <a:t>不信感を抱いた対象の切り替えによる</a:t>
            </a:r>
            <a:endParaRPr lang="en-US" altLang="ja-JP" sz="1600" b="1" dirty="0">
              <a:latin typeface="+mn-ea"/>
            </a:endParaRPr>
          </a:p>
          <a:p>
            <a:r>
              <a:rPr lang="en-US" altLang="ja-JP" sz="1600" b="1" dirty="0">
                <a:latin typeface="+mn-ea"/>
              </a:rPr>
              <a:t>LLM</a:t>
            </a:r>
            <a:r>
              <a:rPr lang="ja-JP" altLang="en-US" sz="1600" b="1" dirty="0">
                <a:latin typeface="+mn-ea"/>
              </a:rPr>
              <a:t>への</a:t>
            </a:r>
            <a:r>
              <a:rPr kumimoji="1" lang="ja-JP" altLang="en-US" sz="1600" b="1" dirty="0">
                <a:latin typeface="+mn-ea"/>
              </a:rPr>
              <a:t>ネガティブな印象のリセット</a:t>
            </a:r>
          </a:p>
          <a:p>
            <a:endParaRPr lang="en-US" altLang="ja-JP" b="1" dirty="0">
              <a:latin typeface="+mn-ea"/>
            </a:endParaRPr>
          </a:p>
        </p:txBody>
      </p:sp>
      <p:sp>
        <p:nvSpPr>
          <p:cNvPr id="13" name="テキスト ボックス 12">
            <a:extLst>
              <a:ext uri="{FF2B5EF4-FFF2-40B4-BE49-F238E27FC236}">
                <a16:creationId xmlns:a16="http://schemas.microsoft.com/office/drawing/2014/main" id="{2F977C36-98E4-DC4C-7CB8-6322BA9F65BF}"/>
              </a:ext>
            </a:extLst>
          </p:cNvPr>
          <p:cNvSpPr txBox="1"/>
          <p:nvPr/>
        </p:nvSpPr>
        <p:spPr>
          <a:xfrm>
            <a:off x="308873" y="2915432"/>
            <a:ext cx="5284207" cy="1656846"/>
          </a:xfrm>
          <a:prstGeom prst="rect">
            <a:avLst/>
          </a:prstGeom>
          <a:noFill/>
        </p:spPr>
        <p:txBody>
          <a:bodyPr wrap="square">
            <a:noAutofit/>
          </a:bodyPr>
          <a:lstStyle/>
          <a:p>
            <a:pPr fontAlgn="base">
              <a:spcAft>
                <a:spcPts val="600"/>
              </a:spcAft>
            </a:pPr>
            <a:r>
              <a:rPr lang="ja-JP" altLang="en-US" sz="1600" b="1" dirty="0">
                <a:solidFill>
                  <a:srgbClr val="000000"/>
                </a:solidFill>
                <a:latin typeface="+mn-ea"/>
              </a:rPr>
              <a:t>人格切替システムの開発</a:t>
            </a:r>
            <a:endParaRPr lang="en-US" altLang="ja-JP" sz="1600" b="1" dirty="0">
              <a:solidFill>
                <a:srgbClr val="000000"/>
              </a:solidFill>
              <a:latin typeface="+mn-ea"/>
            </a:endParaRPr>
          </a:p>
          <a:p>
            <a:pPr fontAlgn="base">
              <a:spcAft>
                <a:spcPts val="600"/>
              </a:spcAft>
            </a:pPr>
            <a:r>
              <a:rPr lang="ja-JP" altLang="en-US" sz="1600" b="1" dirty="0">
                <a:solidFill>
                  <a:srgbClr val="000000"/>
                </a:solidFill>
                <a:latin typeface="+mn-ea"/>
              </a:rPr>
              <a:t>人格には</a:t>
            </a:r>
            <a:r>
              <a:rPr lang="en-US" altLang="ja-JP" sz="1600" b="1" dirty="0">
                <a:solidFill>
                  <a:srgbClr val="000000"/>
                </a:solidFill>
                <a:latin typeface="+mn-ea"/>
              </a:rPr>
              <a:t>MBTI</a:t>
            </a:r>
            <a:r>
              <a:rPr lang="ja-JP" altLang="en-US" sz="1600" b="1" dirty="0">
                <a:solidFill>
                  <a:srgbClr val="000000"/>
                </a:solidFill>
                <a:latin typeface="+mn-ea"/>
              </a:rPr>
              <a:t>を採用</a:t>
            </a:r>
            <a:endParaRPr lang="en-US" altLang="ja-JP" sz="1600" b="1" dirty="0"/>
          </a:p>
          <a:p>
            <a:pPr>
              <a:spcAft>
                <a:spcPts val="600"/>
              </a:spcAft>
            </a:pPr>
            <a:r>
              <a:rPr lang="ja-JP" altLang="en-US" sz="1600" b="1" dirty="0"/>
              <a:t>人格特性は口調で表現</a:t>
            </a:r>
          </a:p>
        </p:txBody>
      </p:sp>
      <p:sp>
        <p:nvSpPr>
          <p:cNvPr id="19" name="テキスト ボックス 18">
            <a:extLst>
              <a:ext uri="{FF2B5EF4-FFF2-40B4-BE49-F238E27FC236}">
                <a16:creationId xmlns:a16="http://schemas.microsoft.com/office/drawing/2014/main" id="{DCF6D984-30E0-C523-582A-7E13D41398C1}"/>
              </a:ext>
            </a:extLst>
          </p:cNvPr>
          <p:cNvSpPr txBox="1"/>
          <p:nvPr/>
        </p:nvSpPr>
        <p:spPr>
          <a:xfrm>
            <a:off x="308873" y="4572278"/>
            <a:ext cx="5784689" cy="1514247"/>
          </a:xfrm>
          <a:prstGeom prst="rect">
            <a:avLst/>
          </a:prstGeom>
          <a:noFill/>
        </p:spPr>
        <p:txBody>
          <a:bodyPr wrap="square">
            <a:noAutofit/>
          </a:bodyPr>
          <a:lstStyle/>
          <a:p>
            <a:pPr fontAlgn="base"/>
            <a:r>
              <a:rPr lang="ja-JP" altLang="en-US" sz="1600" b="1" dirty="0">
                <a:solidFill>
                  <a:srgbClr val="000000"/>
                </a:solidFill>
                <a:latin typeface="Meiryo UI" panose="020B0604030504040204" pitchFamily="50" charset="-128"/>
                <a:ea typeface="Yu Gothic" panose="020B0400000000000000" pitchFamily="50" charset="-128"/>
              </a:rPr>
              <a:t>ユーザのエージェントに対する印象</a:t>
            </a:r>
            <a:r>
              <a:rPr lang="ja-JP" altLang="ja-JP" sz="1600" b="1" dirty="0">
                <a:solidFill>
                  <a:srgbClr val="000000"/>
                </a:solidFill>
                <a:latin typeface="Meiryo UI" panose="020B0604030504040204" pitchFamily="50" charset="-128"/>
                <a:ea typeface="Yu Gothic" panose="020B0400000000000000" pitchFamily="50" charset="-128"/>
              </a:rPr>
              <a:t>を調査</a:t>
            </a:r>
            <a:endParaRPr lang="en-US" altLang="ja-JP" sz="1600" b="1" dirty="0">
              <a:solidFill>
                <a:srgbClr val="000000"/>
              </a:solidFill>
              <a:latin typeface="Meiryo UI" panose="020B0604030504040204" pitchFamily="50" charset="-128"/>
              <a:ea typeface="Yu Gothic" panose="020B0400000000000000" pitchFamily="50" charset="-128"/>
            </a:endParaRPr>
          </a:p>
          <a:p>
            <a:pPr fontAlgn="base">
              <a:lnSpc>
                <a:spcPct val="150000"/>
              </a:lnSpc>
            </a:pPr>
            <a:r>
              <a:rPr lang="ja-JP" altLang="en-US" sz="1600" b="1" dirty="0">
                <a:solidFill>
                  <a:srgbClr val="000000"/>
                </a:solidFill>
                <a:latin typeface="+mn-ea"/>
                <a:ea typeface="Yu Gothic" panose="020B0400000000000000" pitchFamily="50" charset="-128"/>
              </a:rPr>
              <a:t>人格の異なる</a:t>
            </a:r>
            <a:r>
              <a:rPr lang="en-US" altLang="ja-JP" sz="1600" b="1" dirty="0">
                <a:solidFill>
                  <a:srgbClr val="000000"/>
                </a:solidFill>
                <a:latin typeface="+mn-ea"/>
                <a:ea typeface="Yu Gothic" panose="020B0400000000000000" pitchFamily="50" charset="-128"/>
              </a:rPr>
              <a:t>3</a:t>
            </a:r>
            <a:r>
              <a:rPr lang="ja-JP" altLang="en-US" sz="1600" b="1" dirty="0">
                <a:solidFill>
                  <a:srgbClr val="000000"/>
                </a:solidFill>
                <a:latin typeface="+mn-ea"/>
                <a:ea typeface="Yu Gothic" panose="020B0400000000000000" pitchFamily="50" charset="-128"/>
              </a:rPr>
              <a:t>つの</a:t>
            </a:r>
            <a:r>
              <a:rPr lang="ja-JP" altLang="en-US" sz="1600" b="1" dirty="0">
                <a:latin typeface="+mn-ea"/>
                <a:ea typeface="Yu Gothic" panose="020B0400000000000000" pitchFamily="50" charset="-128"/>
              </a:rPr>
              <a:t>条件</a:t>
            </a:r>
            <a:r>
              <a:rPr lang="en-US" altLang="ja-JP" sz="1600" b="0" i="0" dirty="0">
                <a:solidFill>
                  <a:srgbClr val="000000"/>
                </a:solidFill>
                <a:effectLst/>
                <a:latin typeface="Yu Gothic" panose="020B0400000000000000" pitchFamily="50" charset="-128"/>
                <a:ea typeface="Meiryo UI" panose="020B0604030504040204" pitchFamily="50" charset="-128"/>
              </a:rPr>
              <a:t>​</a:t>
            </a:r>
            <a:endParaRPr lang="en-US" altLang="ja-JP" sz="1600" b="1" dirty="0">
              <a:solidFill>
                <a:srgbClr val="000000"/>
              </a:solidFill>
              <a:latin typeface="Meiryo UI" panose="020B0604030504040204" pitchFamily="50" charset="-128"/>
              <a:ea typeface="Yu Gothic" panose="020B0400000000000000" pitchFamily="50" charset="-128"/>
            </a:endParaRPr>
          </a:p>
          <a:p>
            <a:pPr marL="285750" indent="-198438" algn="l" rtl="0" fontAlgn="base">
              <a:lnSpc>
                <a:spcPts val="1875"/>
              </a:lnSpc>
              <a:spcAft>
                <a:spcPts val="1200"/>
              </a:spcAft>
              <a:buFont typeface="Arial" panose="020B0604020202020204" pitchFamily="34" charset="0"/>
              <a:buChar char="•"/>
            </a:pPr>
            <a:r>
              <a:rPr lang="ja-JP" altLang="en-US" sz="1600" b="1" dirty="0">
                <a:solidFill>
                  <a:srgbClr val="000000"/>
                </a:solidFill>
                <a:latin typeface="+mn-ea"/>
              </a:rPr>
              <a:t>人格設定なし</a:t>
            </a:r>
            <a:endParaRPr lang="en-US" altLang="ja-JP" sz="1600" b="1" dirty="0">
              <a:solidFill>
                <a:srgbClr val="000000"/>
              </a:solidFill>
              <a:latin typeface="+mn-ea"/>
            </a:endParaRPr>
          </a:p>
          <a:p>
            <a:pPr marL="285750" indent="-198438" algn="l" rtl="0" fontAlgn="base">
              <a:lnSpc>
                <a:spcPts val="1875"/>
              </a:lnSpc>
              <a:spcAft>
                <a:spcPts val="1200"/>
              </a:spcAft>
              <a:buFont typeface="Arial" panose="020B0604020202020204" pitchFamily="34" charset="0"/>
              <a:buChar char="•"/>
            </a:pPr>
            <a:r>
              <a:rPr lang="en-US" altLang="ja-JP" sz="1600" b="1" dirty="0">
                <a:solidFill>
                  <a:srgbClr val="000000"/>
                </a:solidFill>
                <a:latin typeface="+mn-ea"/>
              </a:rPr>
              <a:t>ISTJ </a:t>
            </a:r>
            <a:r>
              <a:rPr lang="ja-JP" altLang="en-US" sz="1600" b="1" dirty="0">
                <a:solidFill>
                  <a:srgbClr val="000000"/>
                </a:solidFill>
                <a:latin typeface="+mn-ea"/>
              </a:rPr>
              <a:t>から</a:t>
            </a:r>
            <a:r>
              <a:rPr lang="en-US" altLang="ja-JP" sz="1600" b="1" dirty="0">
                <a:solidFill>
                  <a:srgbClr val="000000"/>
                </a:solidFill>
                <a:latin typeface="+mn-ea"/>
              </a:rPr>
              <a:t>ENFP </a:t>
            </a:r>
            <a:r>
              <a:rPr lang="ja-JP" altLang="en-US" sz="1600" b="1" dirty="0">
                <a:solidFill>
                  <a:srgbClr val="000000"/>
                </a:solidFill>
                <a:latin typeface="+mn-ea"/>
              </a:rPr>
              <a:t>への人格切り替え</a:t>
            </a:r>
            <a:endParaRPr lang="en-US" altLang="ja-JP" sz="1600" b="1" dirty="0">
              <a:solidFill>
                <a:srgbClr val="000000"/>
              </a:solidFill>
              <a:latin typeface="+mn-ea"/>
            </a:endParaRPr>
          </a:p>
          <a:p>
            <a:pPr marL="285750" indent="-198438" algn="l" rtl="0" fontAlgn="base">
              <a:lnSpc>
                <a:spcPts val="1875"/>
              </a:lnSpc>
              <a:spcAft>
                <a:spcPts val="1200"/>
              </a:spcAft>
              <a:buFont typeface="Arial" panose="020B0604020202020204" pitchFamily="34" charset="0"/>
              <a:buChar char="•"/>
            </a:pPr>
            <a:r>
              <a:rPr lang="en-US" altLang="ja-JP" sz="1600" b="1" dirty="0">
                <a:solidFill>
                  <a:srgbClr val="000000"/>
                </a:solidFill>
                <a:latin typeface="+mn-ea"/>
              </a:rPr>
              <a:t>ENFP </a:t>
            </a:r>
            <a:r>
              <a:rPr lang="ja-JP" altLang="en-US" sz="1600" b="1" dirty="0">
                <a:solidFill>
                  <a:srgbClr val="000000"/>
                </a:solidFill>
                <a:latin typeface="+mn-ea"/>
              </a:rPr>
              <a:t>から </a:t>
            </a:r>
            <a:r>
              <a:rPr lang="en-US" altLang="ja-JP" sz="1600" b="1" dirty="0">
                <a:solidFill>
                  <a:srgbClr val="000000"/>
                </a:solidFill>
                <a:latin typeface="+mn-ea"/>
              </a:rPr>
              <a:t>ISTJ </a:t>
            </a:r>
            <a:r>
              <a:rPr lang="ja-JP" altLang="en-US" sz="1600" b="1" dirty="0">
                <a:solidFill>
                  <a:srgbClr val="000000"/>
                </a:solidFill>
                <a:latin typeface="+mn-ea"/>
              </a:rPr>
              <a:t>への人格切り替え</a:t>
            </a:r>
            <a:r>
              <a:rPr lang="en-US" altLang="ja-JP" sz="1800" b="1" i="0" dirty="0">
                <a:solidFill>
                  <a:srgbClr val="000000"/>
                </a:solidFill>
                <a:effectLst/>
                <a:latin typeface="+mn-ea"/>
              </a:rPr>
              <a:t>​</a:t>
            </a:r>
            <a:endParaRPr lang="en-US" altLang="ja-JP" b="1" i="0" dirty="0">
              <a:solidFill>
                <a:srgbClr val="000000"/>
              </a:solidFill>
              <a:effectLst/>
              <a:latin typeface="+mn-ea"/>
            </a:endParaRPr>
          </a:p>
        </p:txBody>
      </p:sp>
      <p:pic>
        <p:nvPicPr>
          <p:cNvPr id="3" name="チャットの様子">
            <a:hlinkClick r:id="" action="ppaction://media"/>
            <a:extLst>
              <a:ext uri="{FF2B5EF4-FFF2-40B4-BE49-F238E27FC236}">
                <a16:creationId xmlns:a16="http://schemas.microsoft.com/office/drawing/2014/main" id="{2F03CF02-28E4-4DD7-61A7-8D20FA5A091E}"/>
              </a:ext>
            </a:extLst>
          </p:cNvPr>
          <p:cNvPicPr>
            <a:picLocks noChangeAspect="1"/>
          </p:cNvPicPr>
          <p:nvPr>
            <a:videoFile r:link="rId1"/>
            <p:extLst>
              <p:ext uri="{DAA4B4D4-6D71-4841-9C94-3DE7FCFB9230}">
                <p14:media xmlns:p14="http://schemas.microsoft.com/office/powerpoint/2010/main" r:embed="rId2">
                  <p14:trim st="19278" end="18179.2999"/>
                </p14:media>
              </p:ext>
            </p:extLst>
          </p:nvPr>
        </p:nvPicPr>
        <p:blipFill>
          <a:blip r:embed="rId5"/>
          <a:stretch>
            <a:fillRect/>
          </a:stretch>
        </p:blipFill>
        <p:spPr>
          <a:xfrm>
            <a:off x="4815977" y="3944242"/>
            <a:ext cx="4269774" cy="2401748"/>
          </a:xfrm>
          <a:prstGeom prst="rect">
            <a:avLst/>
          </a:prstGeom>
          <a:ln>
            <a:solidFill>
              <a:schemeClr val="accent1"/>
            </a:solidFill>
          </a:ln>
        </p:spPr>
      </p:pic>
      <p:pic>
        <p:nvPicPr>
          <p:cNvPr id="4" name="グラフィックス 3">
            <a:extLst>
              <a:ext uri="{FF2B5EF4-FFF2-40B4-BE49-F238E27FC236}">
                <a16:creationId xmlns:a16="http://schemas.microsoft.com/office/drawing/2014/main" id="{83852DC0-D50C-A318-411B-09D8304D993A}"/>
              </a:ext>
            </a:extLst>
          </p:cNvPr>
          <p:cNvPicPr>
            <a:picLocks noChangeAspect="1"/>
          </p:cNvPicPr>
          <p:nvPr/>
        </p:nvPicPr>
        <p:blipFill>
          <a:blip r:embed="rId6">
            <a:extLst>
              <a:ext uri="{96DAC541-7B7A-43D3-8B79-37D633B846F1}">
                <asvg:svgBlip xmlns:asvg="http://schemas.microsoft.com/office/drawing/2016/SVG/main" r:embed="rId7"/>
              </a:ext>
            </a:extLst>
          </a:blip>
          <a:srcRect l="5496" t="16963" r="5083" b="21407"/>
          <a:stretch>
            <a:fillRect/>
          </a:stretch>
        </p:blipFill>
        <p:spPr>
          <a:xfrm>
            <a:off x="5432561" y="1959713"/>
            <a:ext cx="3711439" cy="1438856"/>
          </a:xfrm>
          <a:prstGeom prst="rect">
            <a:avLst/>
          </a:prstGeom>
        </p:spPr>
      </p:pic>
    </p:spTree>
    <p:extLst>
      <p:ext uri="{BB962C8B-B14F-4D97-AF65-F5344CB8AC3E}">
        <p14:creationId xmlns:p14="http://schemas.microsoft.com/office/powerpoint/2010/main" val="98405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63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repeatCount="indefinite"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CAF7F94-C3EB-D55C-AE11-244DA2FBD8AB}"/>
            </a:ext>
          </a:extLst>
        </p:cNvPr>
        <p:cNvGrpSpPr/>
        <p:nvPr/>
      </p:nvGrpSpPr>
      <p:grpSpPr>
        <a:xfrm>
          <a:off x="0" y="0"/>
          <a:ext cx="0" cy="0"/>
          <a:chOff x="0" y="0"/>
          <a:chExt cx="0" cy="0"/>
        </a:xfrm>
      </p:grpSpPr>
      <p:sp>
        <p:nvSpPr>
          <p:cNvPr id="15" name="四角形: 角を丸くする 14">
            <a:extLst>
              <a:ext uri="{FF2B5EF4-FFF2-40B4-BE49-F238E27FC236}">
                <a16:creationId xmlns:a16="http://schemas.microsoft.com/office/drawing/2014/main" id="{C40A361A-2290-7B43-DD2A-915B21271644}"/>
              </a:ext>
            </a:extLst>
          </p:cNvPr>
          <p:cNvSpPr>
            <a:spLocks/>
          </p:cNvSpPr>
          <p:nvPr/>
        </p:nvSpPr>
        <p:spPr>
          <a:xfrm>
            <a:off x="600293" y="1372704"/>
            <a:ext cx="7768910" cy="335778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dirty="0"/>
          </a:p>
        </p:txBody>
      </p:sp>
      <p:sp>
        <p:nvSpPr>
          <p:cNvPr id="16" name="スライド番号プレースホルダー 15">
            <a:extLst>
              <a:ext uri="{FF2B5EF4-FFF2-40B4-BE49-F238E27FC236}">
                <a16:creationId xmlns:a16="http://schemas.microsoft.com/office/drawing/2014/main" id="{9342D85B-4EE6-2392-B9C3-62880DE91C99}"/>
              </a:ext>
            </a:extLst>
          </p:cNvPr>
          <p:cNvSpPr>
            <a:spLocks noGrp="1"/>
          </p:cNvSpPr>
          <p:nvPr>
            <p:ph type="sldNum" sz="quarter" idx="12"/>
          </p:nvPr>
        </p:nvSpPr>
        <p:spPr/>
        <p:txBody>
          <a:bodyPr>
            <a:noAutofit/>
          </a:bodyPr>
          <a:lstStyle/>
          <a:p>
            <a:fld id="{18020408-E1FF-429E-A8D5-EB2A190A0D77}" type="slidenum">
              <a:rPr kumimoji="1" lang="ja-JP" altLang="en-US" smtClean="0"/>
              <a:t>19</a:t>
            </a:fld>
            <a:endParaRPr kumimoji="1" lang="ja-JP" altLang="en-US"/>
          </a:p>
        </p:txBody>
      </p:sp>
      <p:sp>
        <p:nvSpPr>
          <p:cNvPr id="5" name="タイトル 4">
            <a:extLst>
              <a:ext uri="{FF2B5EF4-FFF2-40B4-BE49-F238E27FC236}">
                <a16:creationId xmlns:a16="http://schemas.microsoft.com/office/drawing/2014/main" id="{9A7DE93A-B254-648D-B24D-95F644F8CEEA}"/>
              </a:ext>
            </a:extLst>
          </p:cNvPr>
          <p:cNvSpPr>
            <a:spLocks noGrp="1"/>
          </p:cNvSpPr>
          <p:nvPr>
            <p:ph type="title"/>
          </p:nvPr>
        </p:nvSpPr>
        <p:spPr/>
        <p:txBody>
          <a:bodyPr>
            <a:noAutofit/>
          </a:bodyPr>
          <a:lstStyle/>
          <a:p>
            <a:r>
              <a:rPr lang="en-US" altLang="ja-JP" sz="3600" b="1" dirty="0">
                <a:solidFill>
                  <a:schemeClr val="bg1"/>
                </a:solidFill>
                <a:latin typeface="+mn-ea"/>
                <a:ea typeface="+mn-ea"/>
              </a:rPr>
              <a:t>LLM</a:t>
            </a:r>
            <a:r>
              <a:rPr lang="ja-JP" altLang="en-US" sz="3600" b="1" dirty="0">
                <a:solidFill>
                  <a:schemeClr val="bg1"/>
                </a:solidFill>
                <a:latin typeface="+mn-ea"/>
                <a:ea typeface="+mn-ea"/>
              </a:rPr>
              <a:t>に人格付与する研究</a:t>
            </a:r>
          </a:p>
        </p:txBody>
      </p:sp>
      <p:sp>
        <p:nvSpPr>
          <p:cNvPr id="33" name="テキスト ボックス 32">
            <a:extLst>
              <a:ext uri="{FF2B5EF4-FFF2-40B4-BE49-F238E27FC236}">
                <a16:creationId xmlns:a16="http://schemas.microsoft.com/office/drawing/2014/main" id="{EC0C3F4A-123B-BA1D-FF84-F781A36B6D8A}"/>
              </a:ext>
            </a:extLst>
          </p:cNvPr>
          <p:cNvSpPr txBox="1"/>
          <p:nvPr/>
        </p:nvSpPr>
        <p:spPr>
          <a:xfrm>
            <a:off x="935340" y="1937981"/>
            <a:ext cx="4094687" cy="1015663"/>
          </a:xfrm>
          <a:prstGeom prst="rect">
            <a:avLst/>
          </a:prstGeom>
          <a:noFill/>
        </p:spPr>
        <p:txBody>
          <a:bodyPr wrap="square">
            <a:noAutofit/>
          </a:bodyPr>
          <a:lstStyle/>
          <a:p>
            <a:r>
              <a:rPr lang="ja-JP" altLang="en-US" sz="2000" b="1" dirty="0"/>
              <a:t>対話エージェントに人格を付与し印象調査</a:t>
            </a:r>
            <a:endParaRPr lang="en-US" altLang="ja-JP" sz="2000" b="1" dirty="0"/>
          </a:p>
          <a:p>
            <a:r>
              <a:rPr lang="en-US" altLang="ja-JP" sz="2000" b="1" dirty="0"/>
              <a:t>[</a:t>
            </a:r>
            <a:r>
              <a:rPr lang="en-US" altLang="ja-JP" sz="2000" b="1" dirty="0" err="1">
                <a:latin typeface="+mn-ea"/>
              </a:rPr>
              <a:t>Kroczek</a:t>
            </a:r>
            <a:r>
              <a:rPr lang="ja-JP" altLang="en-US" sz="2000" b="1" dirty="0">
                <a:latin typeface="+mn-ea"/>
              </a:rPr>
              <a:t>ら </a:t>
            </a:r>
            <a:r>
              <a:rPr lang="en-US" altLang="ja-JP" sz="2000" b="1" dirty="0">
                <a:latin typeface="+mn-ea"/>
              </a:rPr>
              <a:t>‘25</a:t>
            </a:r>
            <a:r>
              <a:rPr lang="en-US" altLang="ja-JP" sz="2000" b="1" dirty="0"/>
              <a:t>]</a:t>
            </a:r>
            <a:endParaRPr lang="ja-JP" altLang="en-US" sz="2000" b="1" dirty="0"/>
          </a:p>
        </p:txBody>
      </p:sp>
      <p:sp>
        <p:nvSpPr>
          <p:cNvPr id="13" name="テキスト ボックス 12">
            <a:extLst>
              <a:ext uri="{FF2B5EF4-FFF2-40B4-BE49-F238E27FC236}">
                <a16:creationId xmlns:a16="http://schemas.microsoft.com/office/drawing/2014/main" id="{64658847-B963-7609-6324-47B2C6FD7EEF}"/>
              </a:ext>
            </a:extLst>
          </p:cNvPr>
          <p:cNvSpPr txBox="1"/>
          <p:nvPr/>
        </p:nvSpPr>
        <p:spPr>
          <a:xfrm>
            <a:off x="935340" y="3363930"/>
            <a:ext cx="4094687" cy="1015663"/>
          </a:xfrm>
          <a:prstGeom prst="rect">
            <a:avLst/>
          </a:prstGeom>
          <a:noFill/>
        </p:spPr>
        <p:txBody>
          <a:bodyPr wrap="square">
            <a:noAutofit/>
          </a:bodyPr>
          <a:lstStyle/>
          <a:p>
            <a:r>
              <a:rPr lang="ja-JP" altLang="en-US" sz="2000" b="1" dirty="0"/>
              <a:t>対話中における</a:t>
            </a:r>
            <a:r>
              <a:rPr lang="en-US" altLang="ja-JP" sz="2000" b="1" dirty="0"/>
              <a:t>4</a:t>
            </a:r>
            <a:r>
              <a:rPr lang="ja-JP" altLang="en-US" sz="2000" b="1" dirty="0"/>
              <a:t>種類の人格設定の提案</a:t>
            </a:r>
            <a:endParaRPr lang="en-US" altLang="ja-JP" sz="2000" b="1" dirty="0"/>
          </a:p>
          <a:p>
            <a:r>
              <a:rPr lang="en-US" altLang="ja-JP" sz="2000" b="1" dirty="0"/>
              <a:t>[</a:t>
            </a:r>
            <a:r>
              <a:rPr lang="en-US" altLang="ja-JP" sz="2000" b="1" dirty="0">
                <a:latin typeface="+mn-ea"/>
              </a:rPr>
              <a:t>Schreiber</a:t>
            </a:r>
            <a:r>
              <a:rPr lang="ja-JP" altLang="en-US" sz="2000" b="1" dirty="0">
                <a:latin typeface="+mn-ea"/>
              </a:rPr>
              <a:t>ら</a:t>
            </a:r>
            <a:r>
              <a:rPr lang="en-US" altLang="ja-JP" sz="2000" b="1" dirty="0">
                <a:latin typeface="+mn-ea"/>
              </a:rPr>
              <a:t>‘24</a:t>
            </a:r>
            <a:r>
              <a:rPr lang="en-US" altLang="ja-JP" sz="2000" b="1" dirty="0"/>
              <a:t>]</a:t>
            </a:r>
            <a:endParaRPr lang="ja-JP" altLang="en-US" sz="2000" b="1" dirty="0"/>
          </a:p>
        </p:txBody>
      </p:sp>
      <p:sp>
        <p:nvSpPr>
          <p:cNvPr id="27" name="テキスト ボックス 26">
            <a:extLst>
              <a:ext uri="{FF2B5EF4-FFF2-40B4-BE49-F238E27FC236}">
                <a16:creationId xmlns:a16="http://schemas.microsoft.com/office/drawing/2014/main" id="{84400067-5B67-C9F3-4221-138FE2F8A26C}"/>
              </a:ext>
            </a:extLst>
          </p:cNvPr>
          <p:cNvSpPr txBox="1"/>
          <p:nvPr/>
        </p:nvSpPr>
        <p:spPr>
          <a:xfrm>
            <a:off x="1532142" y="1220176"/>
            <a:ext cx="5791525" cy="400110"/>
          </a:xfrm>
          <a:prstGeom prst="rect">
            <a:avLst/>
          </a:prstGeom>
          <a:solidFill>
            <a:schemeClr val="bg1"/>
          </a:solidFill>
        </p:spPr>
        <p:txBody>
          <a:bodyPr wrap="square">
            <a:noAutofit/>
          </a:bodyPr>
          <a:lstStyle/>
          <a:p>
            <a:r>
              <a:rPr lang="ja-JP" altLang="en-US" sz="2000" b="1" dirty="0">
                <a:solidFill>
                  <a:schemeClr val="accent1"/>
                </a:solidFill>
              </a:rPr>
              <a:t>人格設定がエージェントへの印象に影響を与える</a:t>
            </a:r>
          </a:p>
        </p:txBody>
      </p:sp>
      <p:pic>
        <p:nvPicPr>
          <p:cNvPr id="3" name="図 2">
            <a:extLst>
              <a:ext uri="{FF2B5EF4-FFF2-40B4-BE49-F238E27FC236}">
                <a16:creationId xmlns:a16="http://schemas.microsoft.com/office/drawing/2014/main" id="{C6EF90E9-ECFC-C499-72ED-DC7E2227575B}"/>
              </a:ext>
            </a:extLst>
          </p:cNvPr>
          <p:cNvPicPr>
            <a:picLocks noChangeAspect="1"/>
          </p:cNvPicPr>
          <p:nvPr/>
        </p:nvPicPr>
        <p:blipFill>
          <a:blip r:embed="rId3"/>
          <a:srcRect l="2589"/>
          <a:stretch>
            <a:fillRect/>
          </a:stretch>
        </p:blipFill>
        <p:spPr>
          <a:xfrm>
            <a:off x="4907047" y="1797400"/>
            <a:ext cx="3166676" cy="1584361"/>
          </a:xfrm>
          <a:prstGeom prst="rect">
            <a:avLst/>
          </a:prstGeom>
        </p:spPr>
      </p:pic>
      <p:sp>
        <p:nvSpPr>
          <p:cNvPr id="6" name="テキスト ボックス 5">
            <a:extLst>
              <a:ext uri="{FF2B5EF4-FFF2-40B4-BE49-F238E27FC236}">
                <a16:creationId xmlns:a16="http://schemas.microsoft.com/office/drawing/2014/main" id="{A1CB40EB-0F35-7FFE-8166-4903C18A5EFA}"/>
              </a:ext>
            </a:extLst>
          </p:cNvPr>
          <p:cNvSpPr txBox="1"/>
          <p:nvPr/>
        </p:nvSpPr>
        <p:spPr>
          <a:xfrm>
            <a:off x="886506" y="5353757"/>
            <a:ext cx="7196483" cy="830997"/>
          </a:xfrm>
          <a:prstGeom prst="rect">
            <a:avLst/>
          </a:prstGeom>
          <a:noFill/>
        </p:spPr>
        <p:txBody>
          <a:bodyPr wrap="square" rtlCol="0">
            <a:noAutofit/>
          </a:bodyPr>
          <a:lstStyle/>
          <a:p>
            <a:r>
              <a:rPr lang="ja-JP" altLang="en-US" sz="2400" b="1" dirty="0">
                <a:latin typeface="+mn-ea"/>
              </a:rPr>
              <a:t>不信感を抱いた対象を切り替え，心理的抵抗感なく</a:t>
            </a:r>
            <a:endParaRPr lang="en-US" altLang="ja-JP" sz="2400" b="1" dirty="0">
              <a:latin typeface="+mn-ea"/>
            </a:endParaRPr>
          </a:p>
          <a:p>
            <a:r>
              <a:rPr lang="ja-JP" altLang="en-US" sz="2400" b="1" dirty="0">
                <a:latin typeface="+mn-ea"/>
              </a:rPr>
              <a:t>タスク依頼の継続をねらう</a:t>
            </a:r>
            <a:endParaRPr lang="en-US" altLang="ja-JP" sz="2400" b="1" dirty="0">
              <a:latin typeface="+mn-ea"/>
            </a:endParaRPr>
          </a:p>
        </p:txBody>
      </p:sp>
      <p:grpSp>
        <p:nvGrpSpPr>
          <p:cNvPr id="7" name="グループ化 6">
            <a:extLst>
              <a:ext uri="{FF2B5EF4-FFF2-40B4-BE49-F238E27FC236}">
                <a16:creationId xmlns:a16="http://schemas.microsoft.com/office/drawing/2014/main" id="{DF89101B-2C55-7681-418E-2FE42655C5E6}"/>
              </a:ext>
            </a:extLst>
          </p:cNvPr>
          <p:cNvGrpSpPr/>
          <p:nvPr/>
        </p:nvGrpSpPr>
        <p:grpSpPr>
          <a:xfrm>
            <a:off x="600293" y="4921142"/>
            <a:ext cx="7768910" cy="1451736"/>
            <a:chOff x="-1494772" y="2047049"/>
            <a:chExt cx="7768910" cy="1451736"/>
          </a:xfrm>
        </p:grpSpPr>
        <p:sp>
          <p:nvSpPr>
            <p:cNvPr id="9" name="角丸四角形 4">
              <a:extLst>
                <a:ext uri="{FF2B5EF4-FFF2-40B4-BE49-F238E27FC236}">
                  <a16:creationId xmlns:a16="http://schemas.microsoft.com/office/drawing/2014/main" id="{0889F173-90E0-9978-4DFB-E7C3FB15F6B9}"/>
                </a:ext>
              </a:extLst>
            </p:cNvPr>
            <p:cNvSpPr/>
            <p:nvPr/>
          </p:nvSpPr>
          <p:spPr bwMode="auto">
            <a:xfrm>
              <a:off x="-1494772" y="2291542"/>
              <a:ext cx="7768910" cy="1207243"/>
            </a:xfrm>
            <a:prstGeom prst="roundRect">
              <a:avLst>
                <a:gd name="adj" fmla="val 7394"/>
              </a:avLst>
            </a:prstGeom>
            <a:noFill/>
            <a:ln w="28575" cap="flat" cmpd="sng" algn="ctr">
              <a:solidFill>
                <a:schemeClr val="accent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800" b="0" i="0" u="none" strike="noStrike" cap="none" normalizeH="0" baseline="0" dirty="0">
                <a:ln>
                  <a:noFill/>
                </a:ln>
                <a:solidFill>
                  <a:schemeClr val="tx1"/>
                </a:solidFill>
                <a:effectLst/>
                <a:latin typeface="Arial" charset="0"/>
                <a:ea typeface="ＭＳ Ｐゴシック" pitchFamily="50" charset="-128"/>
              </a:endParaRPr>
            </a:p>
          </p:txBody>
        </p:sp>
        <p:sp>
          <p:nvSpPr>
            <p:cNvPr id="10" name="テキスト ボックス 9">
              <a:extLst>
                <a:ext uri="{FF2B5EF4-FFF2-40B4-BE49-F238E27FC236}">
                  <a16:creationId xmlns:a16="http://schemas.microsoft.com/office/drawing/2014/main" id="{6DC49C8C-4016-5EF6-B956-1B3862E8C90B}"/>
                </a:ext>
              </a:extLst>
            </p:cNvPr>
            <p:cNvSpPr txBox="1"/>
            <p:nvPr/>
          </p:nvSpPr>
          <p:spPr>
            <a:xfrm>
              <a:off x="258315" y="2536963"/>
              <a:ext cx="184731" cy="338554"/>
            </a:xfrm>
            <a:prstGeom prst="rect">
              <a:avLst/>
            </a:prstGeom>
            <a:noFill/>
          </p:spPr>
          <p:txBody>
            <a:bodyPr wrap="none" rtlCol="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514350" rtl="0" eaLnBrk="1" fontAlgn="auto" latinLnBrk="0" hangingPunct="1">
                <a:lnSpc>
                  <a:spcPct val="100000"/>
                </a:lnSpc>
                <a:spcBef>
                  <a:spcPts val="0"/>
                </a:spcBef>
                <a:spcAft>
                  <a:spcPts val="0"/>
                </a:spcAft>
                <a:buClrTx/>
                <a:buSzTx/>
                <a:buFont typeface="Arial"/>
                <a:buNone/>
                <a:tabLst/>
                <a:defRPr/>
              </a:pPr>
              <a:endParaRPr kumimoji="1" lang="en-US" altLang="ja-JP" sz="1600" b="1" dirty="0">
                <a:latin typeface="Yu Gothic" panose="020B0400000000000000" pitchFamily="34" charset="-128"/>
                <a:ea typeface="Yu Gothic" panose="020B0400000000000000" pitchFamily="34" charset="-128"/>
              </a:endParaRPr>
            </a:p>
          </p:txBody>
        </p:sp>
        <p:sp>
          <p:nvSpPr>
            <p:cNvPr id="14" name="テキスト ボックス 15">
              <a:extLst>
                <a:ext uri="{FF2B5EF4-FFF2-40B4-BE49-F238E27FC236}">
                  <a16:creationId xmlns:a16="http://schemas.microsoft.com/office/drawing/2014/main" id="{DF7BD714-26CE-C9C1-7E1A-A97A6977A8AC}"/>
                </a:ext>
              </a:extLst>
            </p:cNvPr>
            <p:cNvSpPr txBox="1"/>
            <p:nvPr/>
          </p:nvSpPr>
          <p:spPr>
            <a:xfrm>
              <a:off x="-1320268" y="2047049"/>
              <a:ext cx="1348694" cy="338554"/>
            </a:xfrm>
            <a:prstGeom prst="rect">
              <a:avLst/>
            </a:prstGeom>
            <a:solidFill>
              <a:schemeClr val="bg1"/>
            </a:solidFill>
          </p:spPr>
          <p:txBody>
            <a:bodyPr wrap="square">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indent="0" algn="ctr" defTabSz="914400" rtl="0" eaLnBrk="0" fontAlgn="base" latinLnBrk="0" hangingPunct="0">
                <a:lnSpc>
                  <a:spcPct val="100000"/>
                </a:lnSpc>
                <a:spcBef>
                  <a:spcPct val="0"/>
                </a:spcBef>
                <a:spcAft>
                  <a:spcPct val="0"/>
                </a:spcAft>
                <a:buClrTx/>
                <a:buSzTx/>
                <a:buFontTx/>
                <a:buNone/>
                <a:tabLst/>
              </a:pPr>
              <a:r>
                <a:rPr kumimoji="0" lang="ja-JP" altLang="en-US" sz="2400" b="1" i="0" u="none" strike="noStrike" cap="none" normalizeH="0" baseline="0" dirty="0">
                  <a:ln>
                    <a:noFill/>
                  </a:ln>
                  <a:solidFill>
                    <a:schemeClr val="accent1"/>
                  </a:solidFill>
                  <a:effectLst/>
                  <a:latin typeface="+mn-ea"/>
                  <a:ea typeface="+mn-ea"/>
                </a:rPr>
                <a:t>本研究</a:t>
              </a:r>
            </a:p>
          </p:txBody>
        </p:sp>
      </p:grpSp>
    </p:spTree>
    <p:extLst>
      <p:ext uri="{BB962C8B-B14F-4D97-AF65-F5344CB8AC3E}">
        <p14:creationId xmlns:p14="http://schemas.microsoft.com/office/powerpoint/2010/main" val="8482082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4E37987-763F-AE7B-F46B-5325B148B2B4}"/>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40564C88-B299-80F0-506C-AC45AEF04D0D}"/>
              </a:ext>
            </a:extLst>
          </p:cNvPr>
          <p:cNvSpPr>
            <a:spLocks noGrp="1"/>
          </p:cNvSpPr>
          <p:nvPr>
            <p:ph type="sldNum" sz="quarter" idx="12"/>
          </p:nvPr>
        </p:nvSpPr>
        <p:spPr/>
        <p:txBody>
          <a:bodyPr>
            <a:noAutofit/>
          </a:bodyPr>
          <a:lstStyle/>
          <a:p>
            <a:fld id="{18020408-E1FF-429E-A8D5-EB2A190A0D77}" type="slidenum">
              <a:rPr kumimoji="1" lang="ja-JP" altLang="en-US" smtClean="0"/>
              <a:t>20</a:t>
            </a:fld>
            <a:endParaRPr kumimoji="1" lang="ja-JP" altLang="en-US"/>
          </a:p>
        </p:txBody>
      </p:sp>
      <p:sp>
        <p:nvSpPr>
          <p:cNvPr id="5" name="タイトル 4">
            <a:extLst>
              <a:ext uri="{FF2B5EF4-FFF2-40B4-BE49-F238E27FC236}">
                <a16:creationId xmlns:a16="http://schemas.microsoft.com/office/drawing/2014/main" id="{936FCFFC-DF4D-306C-2927-77D8F68D530A}"/>
              </a:ext>
            </a:extLst>
          </p:cNvPr>
          <p:cNvSpPr>
            <a:spLocks noGrp="1"/>
          </p:cNvSpPr>
          <p:nvPr>
            <p:ph type="title"/>
          </p:nvPr>
        </p:nvSpPr>
        <p:spPr/>
        <p:txBody>
          <a:bodyPr>
            <a:noAutofit/>
          </a:bodyPr>
          <a:lstStyle/>
          <a:p>
            <a:r>
              <a:rPr lang="ja-JP" altLang="en-US" sz="3600" b="1" dirty="0">
                <a:solidFill>
                  <a:schemeClr val="bg1"/>
                </a:solidFill>
                <a:latin typeface="+mn-ea"/>
                <a:ea typeface="+mn-ea"/>
              </a:rPr>
              <a:t>人格付与プロンプト</a:t>
            </a:r>
          </a:p>
        </p:txBody>
      </p:sp>
      <p:sp>
        <p:nvSpPr>
          <p:cNvPr id="15" name="テキスト ボックス 14">
            <a:extLst>
              <a:ext uri="{FF2B5EF4-FFF2-40B4-BE49-F238E27FC236}">
                <a16:creationId xmlns:a16="http://schemas.microsoft.com/office/drawing/2014/main" id="{710FBBB8-37E8-A209-4BA6-473836DFF67D}"/>
              </a:ext>
            </a:extLst>
          </p:cNvPr>
          <p:cNvSpPr txBox="1"/>
          <p:nvPr/>
        </p:nvSpPr>
        <p:spPr>
          <a:xfrm>
            <a:off x="152149" y="1118210"/>
            <a:ext cx="4027031" cy="417902"/>
          </a:xfrm>
          <a:prstGeom prst="rect">
            <a:avLst/>
          </a:prstGeom>
          <a:noFill/>
        </p:spPr>
        <p:txBody>
          <a:bodyPr wrap="square">
            <a:noAutofit/>
          </a:bodyPr>
          <a:lstStyle/>
          <a:p>
            <a:pPr fontAlgn="base">
              <a:lnSpc>
                <a:spcPts val="2400"/>
              </a:lnSpc>
            </a:pPr>
            <a:r>
              <a:rPr lang="en-US" altLang="ja-JP" sz="2000" b="1" dirty="0">
                <a:solidFill>
                  <a:schemeClr val="accent1"/>
                </a:solidFill>
                <a:latin typeface="+mn-ea"/>
              </a:rPr>
              <a:t>ISTJ</a:t>
            </a:r>
            <a:r>
              <a:rPr lang="ja-JP" altLang="en-US" sz="2000" b="1" dirty="0">
                <a:solidFill>
                  <a:schemeClr val="accent1"/>
                </a:solidFill>
                <a:latin typeface="+mn-ea"/>
              </a:rPr>
              <a:t>付与プロンプト</a:t>
            </a:r>
            <a:endParaRPr lang="en-US" altLang="ja-JP" b="0" i="0" dirty="0">
              <a:solidFill>
                <a:srgbClr val="000000"/>
              </a:solidFill>
              <a:effectLst/>
              <a:latin typeface="+mn-ea"/>
            </a:endParaRPr>
          </a:p>
        </p:txBody>
      </p:sp>
      <p:grpSp>
        <p:nvGrpSpPr>
          <p:cNvPr id="6" name="グループ化 5">
            <a:extLst>
              <a:ext uri="{FF2B5EF4-FFF2-40B4-BE49-F238E27FC236}">
                <a16:creationId xmlns:a16="http://schemas.microsoft.com/office/drawing/2014/main" id="{79853FDD-1E22-886A-44AA-1003F6747274}"/>
              </a:ext>
            </a:extLst>
          </p:cNvPr>
          <p:cNvGrpSpPr/>
          <p:nvPr/>
        </p:nvGrpSpPr>
        <p:grpSpPr>
          <a:xfrm>
            <a:off x="4987660" y="3429000"/>
            <a:ext cx="4027031" cy="3360420"/>
            <a:chOff x="4747564" y="1118210"/>
            <a:chExt cx="4027031" cy="3853141"/>
          </a:xfrm>
        </p:grpSpPr>
        <p:sp>
          <p:nvSpPr>
            <p:cNvPr id="2" name="四角形: 角を丸くする 1">
              <a:extLst>
                <a:ext uri="{FF2B5EF4-FFF2-40B4-BE49-F238E27FC236}">
                  <a16:creationId xmlns:a16="http://schemas.microsoft.com/office/drawing/2014/main" id="{E9CB6638-8B0B-087E-7485-995439FF7D87}"/>
                </a:ext>
              </a:extLst>
            </p:cNvPr>
            <p:cNvSpPr/>
            <p:nvPr/>
          </p:nvSpPr>
          <p:spPr>
            <a:xfrm>
              <a:off x="4747565" y="1322493"/>
              <a:ext cx="4027030" cy="36488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3963F5E0-9A25-4FAE-93C0-35F154E18398}"/>
                </a:ext>
              </a:extLst>
            </p:cNvPr>
            <p:cNvSpPr txBox="1"/>
            <p:nvPr/>
          </p:nvSpPr>
          <p:spPr>
            <a:xfrm>
              <a:off x="5315948" y="1118210"/>
              <a:ext cx="2890262" cy="366273"/>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165B8323-82D8-1F72-CBB3-11CE775DA34D}"/>
                </a:ext>
              </a:extLst>
            </p:cNvPr>
            <p:cNvSpPr txBox="1"/>
            <p:nvPr/>
          </p:nvSpPr>
          <p:spPr>
            <a:xfrm>
              <a:off x="4747564" y="1540980"/>
              <a:ext cx="4027030" cy="2930391"/>
            </a:xfrm>
            <a:prstGeom prst="rect">
              <a:avLst/>
            </a:prstGeom>
            <a:noFill/>
          </p:spPr>
          <p:txBody>
            <a:bodyPr wrap="square">
              <a:noAutofit/>
            </a:bodyPr>
            <a:lstStyle/>
            <a:p>
              <a:pPr marL="342900" indent="-255588">
                <a:spcBef>
                  <a:spcPts val="300"/>
                </a:spcBef>
                <a:buFont typeface="+mj-lt"/>
                <a:buAutoNum type="arabicPeriod"/>
              </a:pPr>
              <a:r>
                <a:rPr kumimoji="1" lang="ja-JP" altLang="en-US" sz="1400" b="1" dirty="0">
                  <a:latin typeface="+mn-ea"/>
                </a:rPr>
                <a:t>伝統，ルール，秩序を重んじる</a:t>
              </a:r>
              <a:endParaRPr kumimoji="1" lang="en-US" altLang="ja-JP" sz="1400" b="1" dirty="0">
                <a:latin typeface="+mn-ea"/>
              </a:endParaRPr>
            </a:p>
            <a:p>
              <a:pPr marL="342900" indent="-255588">
                <a:spcBef>
                  <a:spcPts val="300"/>
                </a:spcBef>
                <a:buFont typeface="+mj-lt"/>
                <a:buAutoNum type="arabicPeriod"/>
              </a:pPr>
              <a:r>
                <a:rPr lang="ja-JP" altLang="en-US" sz="1400" b="1" dirty="0"/>
                <a:t>明確で簡潔な情報を好み，率直に伝達する</a:t>
              </a:r>
              <a:endParaRPr lang="en-US" altLang="ja-JP" sz="1400" b="1" dirty="0"/>
            </a:p>
            <a:p>
              <a:pPr marL="342900" indent="-255588">
                <a:spcBef>
                  <a:spcPts val="300"/>
                </a:spcBef>
                <a:buFont typeface="+mj-lt"/>
                <a:buAutoNum type="arabicPeriod"/>
              </a:pPr>
              <a:r>
                <a:rPr lang="ja-JP" altLang="en-US" sz="1400" b="1" dirty="0"/>
                <a:t>効率，秩序，および結果に焦点を当て，感情的または感情表現豊かなスタイルではない</a:t>
              </a:r>
              <a:endParaRPr lang="en-US" altLang="ja-JP" sz="1400" b="1" dirty="0"/>
            </a:p>
            <a:p>
              <a:pPr marL="342900" indent="-255588">
                <a:spcBef>
                  <a:spcPts val="300"/>
                </a:spcBef>
                <a:buFont typeface="+mj-lt"/>
                <a:buAutoNum type="arabicPeriod"/>
              </a:pPr>
              <a:r>
                <a:rPr lang="ja-JP" altLang="en-US" sz="1400" b="1" dirty="0"/>
                <a:t>系統的，分析的，詳細志向である</a:t>
              </a:r>
              <a:endParaRPr lang="en-US" altLang="ja-JP" sz="1400" b="1" dirty="0"/>
            </a:p>
            <a:p>
              <a:pPr marL="342900" indent="-255588">
                <a:spcBef>
                  <a:spcPts val="300"/>
                </a:spcBef>
                <a:buFont typeface="+mj-lt"/>
                <a:buAutoNum type="arabicPeriod"/>
              </a:pPr>
              <a:r>
                <a:rPr lang="ja-JP" altLang="en-US" sz="1400" b="1" dirty="0"/>
                <a:t>感情表現は控えめだが，行動と信頼性を通じて配慮と献身を示す</a:t>
              </a:r>
              <a:endParaRPr lang="en-US" altLang="ja-JP" sz="1400" b="1" dirty="0"/>
            </a:p>
            <a:p>
              <a:pPr marL="342900" indent="-255588">
                <a:spcBef>
                  <a:spcPts val="300"/>
                </a:spcBef>
                <a:buFont typeface="+mj-lt"/>
                <a:buAutoNum type="arabicPeriod"/>
              </a:pPr>
              <a:r>
                <a:rPr lang="ja-JP" altLang="en-US" sz="1400" b="1" dirty="0"/>
                <a:t>確立されたルーチンと構造に頼って対処する</a:t>
              </a:r>
              <a:endParaRPr lang="en-US" altLang="ja-JP" sz="1400" b="1" dirty="0"/>
            </a:p>
            <a:p>
              <a:pPr marL="342900" indent="-255588">
                <a:spcBef>
                  <a:spcPts val="300"/>
                </a:spcBef>
                <a:buFont typeface="+mj-lt"/>
                <a:buAutoNum type="arabicPeriod"/>
              </a:pPr>
              <a:r>
                <a:rPr lang="ja-JP" altLang="en-US" sz="1400" b="1" dirty="0"/>
                <a:t>専門的な環境では信頼性、徹底性、実用的なアプローチ</a:t>
              </a:r>
            </a:p>
          </p:txBody>
        </p:sp>
      </p:grpSp>
      <p:sp>
        <p:nvSpPr>
          <p:cNvPr id="8" name="テキスト ボックス 7">
            <a:extLst>
              <a:ext uri="{FF2B5EF4-FFF2-40B4-BE49-F238E27FC236}">
                <a16:creationId xmlns:a16="http://schemas.microsoft.com/office/drawing/2014/main" id="{4BC8A893-5143-7E8C-91A5-366840A45F1A}"/>
              </a:ext>
            </a:extLst>
          </p:cNvPr>
          <p:cNvSpPr txBox="1"/>
          <p:nvPr/>
        </p:nvSpPr>
        <p:spPr>
          <a:xfrm>
            <a:off x="129309" y="1466159"/>
            <a:ext cx="4773899" cy="5401479"/>
          </a:xfrm>
          <a:prstGeom prst="rect">
            <a:avLst/>
          </a:prstGeom>
          <a:noFill/>
        </p:spPr>
        <p:txBody>
          <a:bodyPr wrap="square">
            <a:spAutoFit/>
          </a:bodyPr>
          <a:lstStyle/>
          <a:p>
            <a:pPr>
              <a:buNone/>
            </a:pPr>
            <a:r>
              <a:rPr lang="en-US" altLang="ja-JP" sz="69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90" b="1" kern="100" dirty="0" err="1">
                <a:effectLst/>
                <a:latin typeface="+mn-ea"/>
                <a:cs typeface="Times New Roman" panose="02020603050405020304" pitchFamily="18" charset="0"/>
              </a:rPr>
              <a:t>gradually.Handling</a:t>
            </a:r>
            <a:r>
              <a:rPr lang="en-US" altLang="ja-JP" sz="69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90" b="1" kern="100" dirty="0">
                <a:effectLst/>
                <a:latin typeface="+mn-ea"/>
                <a:cs typeface="Times New Roman" panose="02020603050405020304" pitchFamily="18" charset="0"/>
              </a:rPr>
              <a:t>．</a:t>
            </a:r>
            <a:r>
              <a:rPr lang="en-US" altLang="ja-JP" sz="690" b="1" kern="100" dirty="0">
                <a:effectLst/>
                <a:latin typeface="+mn-ea"/>
                <a:cs typeface="Times New Roman" panose="02020603050405020304" pitchFamily="18" charset="0"/>
              </a:rPr>
              <a:t>Please respond using this personality style from now on.</a:t>
            </a:r>
            <a:endParaRPr lang="ja-JP" altLang="ja-JP" sz="690" kern="100" dirty="0">
              <a:effectLst/>
              <a:latin typeface="+mn-ea"/>
              <a:cs typeface="Times New Roman" panose="02020603050405020304" pitchFamily="18" charset="0"/>
            </a:endParaRPr>
          </a:p>
        </p:txBody>
      </p:sp>
      <p:sp>
        <p:nvSpPr>
          <p:cNvPr id="10" name="テキスト ボックス 9">
            <a:extLst>
              <a:ext uri="{FF2B5EF4-FFF2-40B4-BE49-F238E27FC236}">
                <a16:creationId xmlns:a16="http://schemas.microsoft.com/office/drawing/2014/main" id="{DBF463D7-569D-9676-4BB1-684A4004098F}"/>
              </a:ext>
            </a:extLst>
          </p:cNvPr>
          <p:cNvSpPr txBox="1"/>
          <p:nvPr/>
        </p:nvSpPr>
        <p:spPr>
          <a:xfrm>
            <a:off x="4903208" y="1061922"/>
            <a:ext cx="3482340"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Tree>
    <p:extLst>
      <p:ext uri="{BB962C8B-B14F-4D97-AF65-F5344CB8AC3E}">
        <p14:creationId xmlns:p14="http://schemas.microsoft.com/office/powerpoint/2010/main" val="933827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FF39BB-45D4-03AE-7910-32DF99FE01CA}"/>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63510E31-6F9F-B72E-755A-140DB253EB64}"/>
              </a:ext>
            </a:extLst>
          </p:cNvPr>
          <p:cNvSpPr>
            <a:spLocks noGrp="1"/>
          </p:cNvSpPr>
          <p:nvPr>
            <p:ph type="sldNum" sz="quarter" idx="12"/>
          </p:nvPr>
        </p:nvSpPr>
        <p:spPr/>
        <p:txBody>
          <a:bodyPr>
            <a:noAutofit/>
          </a:bodyPr>
          <a:lstStyle/>
          <a:p>
            <a:fld id="{18020408-E1FF-429E-A8D5-EB2A190A0D77}" type="slidenum">
              <a:rPr kumimoji="1" lang="ja-JP" altLang="en-US" smtClean="0"/>
              <a:t>21</a:t>
            </a:fld>
            <a:endParaRPr kumimoji="1" lang="ja-JP" altLang="en-US"/>
          </a:p>
        </p:txBody>
      </p:sp>
      <p:sp>
        <p:nvSpPr>
          <p:cNvPr id="5" name="タイトル 4">
            <a:extLst>
              <a:ext uri="{FF2B5EF4-FFF2-40B4-BE49-F238E27FC236}">
                <a16:creationId xmlns:a16="http://schemas.microsoft.com/office/drawing/2014/main" id="{86F0670B-F43E-05A7-E859-121D1217B28A}"/>
              </a:ext>
            </a:extLst>
          </p:cNvPr>
          <p:cNvSpPr>
            <a:spLocks noGrp="1"/>
          </p:cNvSpPr>
          <p:nvPr>
            <p:ph type="title"/>
          </p:nvPr>
        </p:nvSpPr>
        <p:spPr/>
        <p:txBody>
          <a:bodyPr>
            <a:noAutofit/>
          </a:bodyPr>
          <a:lstStyle/>
          <a:p>
            <a:r>
              <a:rPr lang="en-US" altLang="ja-JP" sz="3600" dirty="0"/>
              <a:t>ENFP</a:t>
            </a:r>
            <a:r>
              <a:rPr lang="ja-JP" altLang="en-US" sz="3600" b="1" dirty="0">
                <a:solidFill>
                  <a:schemeClr val="bg1"/>
                </a:solidFill>
                <a:latin typeface="+mn-ea"/>
                <a:ea typeface="+mn-ea"/>
              </a:rPr>
              <a:t>付与プロンプト</a:t>
            </a:r>
          </a:p>
        </p:txBody>
      </p:sp>
      <p:grpSp>
        <p:nvGrpSpPr>
          <p:cNvPr id="6" name="グループ化 5">
            <a:extLst>
              <a:ext uri="{FF2B5EF4-FFF2-40B4-BE49-F238E27FC236}">
                <a16:creationId xmlns:a16="http://schemas.microsoft.com/office/drawing/2014/main" id="{57B99062-2D8B-23D6-AE7D-7FA8DD4B38C4}"/>
              </a:ext>
            </a:extLst>
          </p:cNvPr>
          <p:cNvGrpSpPr/>
          <p:nvPr/>
        </p:nvGrpSpPr>
        <p:grpSpPr>
          <a:xfrm>
            <a:off x="4770580" y="3389981"/>
            <a:ext cx="4210984" cy="3360420"/>
            <a:chOff x="4747564" y="1118209"/>
            <a:chExt cx="4027031" cy="3853142"/>
          </a:xfrm>
        </p:grpSpPr>
        <p:sp>
          <p:nvSpPr>
            <p:cNvPr id="2" name="四角形: 角を丸くする 1">
              <a:extLst>
                <a:ext uri="{FF2B5EF4-FFF2-40B4-BE49-F238E27FC236}">
                  <a16:creationId xmlns:a16="http://schemas.microsoft.com/office/drawing/2014/main" id="{5959A987-6F83-B538-E2DF-F0EEDC39CF90}"/>
                </a:ext>
              </a:extLst>
            </p:cNvPr>
            <p:cNvSpPr/>
            <p:nvPr/>
          </p:nvSpPr>
          <p:spPr>
            <a:xfrm>
              <a:off x="4747565" y="1322493"/>
              <a:ext cx="4027030" cy="3648858"/>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01F88754-D5A0-6908-E711-8EFC44758C4D}"/>
                </a:ext>
              </a:extLst>
            </p:cNvPr>
            <p:cNvSpPr txBox="1"/>
            <p:nvPr/>
          </p:nvSpPr>
          <p:spPr>
            <a:xfrm>
              <a:off x="5289667" y="1118209"/>
              <a:ext cx="2942823" cy="315931"/>
            </a:xfrm>
            <a:prstGeom prst="rect">
              <a:avLst/>
            </a:prstGeom>
            <a:solidFill>
              <a:schemeClr val="bg1"/>
            </a:solid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D4E06294-16AC-495B-A458-AD2FF8D473BB}"/>
                </a:ext>
              </a:extLst>
            </p:cNvPr>
            <p:cNvSpPr txBox="1"/>
            <p:nvPr/>
          </p:nvSpPr>
          <p:spPr>
            <a:xfrm>
              <a:off x="4747564" y="1434738"/>
              <a:ext cx="4027030" cy="2930391"/>
            </a:xfrm>
            <a:prstGeom prst="rect">
              <a:avLst/>
            </a:prstGeom>
            <a:noFill/>
          </p:spPr>
          <p:txBody>
            <a:bodyPr wrap="square">
              <a:noAutofit/>
            </a:bodyPr>
            <a:lstStyle/>
            <a:p>
              <a:pPr marL="342900" indent="-255588">
                <a:spcBef>
                  <a:spcPts val="300"/>
                </a:spcBef>
                <a:buFont typeface="+mj-lt"/>
                <a:buAutoNum type="arabicPeriod"/>
              </a:pPr>
              <a:r>
                <a:rPr lang="ja-JP" altLang="en-US" sz="1400" b="1" dirty="0">
                  <a:latin typeface="+mn-ea"/>
                </a:rPr>
                <a:t>熱意，創造性，社交性で知られている</a:t>
              </a:r>
              <a:endParaRPr kumimoji="1" lang="en-US" altLang="ja-JP" sz="1400" b="1" dirty="0">
                <a:latin typeface="+mn-ea"/>
              </a:endParaRPr>
            </a:p>
            <a:p>
              <a:pPr marL="342900" indent="-255588">
                <a:spcBef>
                  <a:spcPts val="300"/>
                </a:spcBef>
                <a:buFont typeface="+mj-lt"/>
                <a:buAutoNum type="arabicPeriod"/>
              </a:pPr>
              <a:r>
                <a:rPr lang="ja-JP" altLang="en-US" sz="1400" b="1" dirty="0"/>
                <a:t>温かく，魅力的で，共感的な方法でコミュニケーションをとる</a:t>
              </a:r>
              <a:endParaRPr lang="en-US" altLang="ja-JP" sz="1400" b="1" dirty="0"/>
            </a:p>
            <a:p>
              <a:pPr marL="342900" indent="-255588">
                <a:spcBef>
                  <a:spcPts val="300"/>
                </a:spcBef>
                <a:buFont typeface="+mj-lt"/>
                <a:buAutoNum type="arabicPeriod"/>
              </a:pPr>
              <a:r>
                <a:rPr lang="ja-JP" altLang="en-US" sz="1400" b="1" dirty="0"/>
                <a:t>先見性があり，カリスマ的である</a:t>
              </a:r>
              <a:endParaRPr lang="en-US" altLang="ja-JP" sz="1400" b="1" dirty="0"/>
            </a:p>
            <a:p>
              <a:pPr marL="342900" indent="-255588">
                <a:spcBef>
                  <a:spcPts val="300"/>
                </a:spcBef>
                <a:buFont typeface="+mj-lt"/>
                <a:buAutoNum type="arabicPeriod"/>
              </a:pPr>
              <a:r>
                <a:rPr lang="ja-JP" altLang="en-US" sz="1400" b="1" dirty="0"/>
                <a:t>全体像を見る傾向があり，他者が見逃す可能性のあるパターンや繋がりを容易に特定できる</a:t>
              </a:r>
              <a:endParaRPr lang="en-US" altLang="ja-JP" sz="1400" b="1" dirty="0"/>
            </a:p>
            <a:p>
              <a:pPr marL="342900" indent="-255588">
                <a:spcBef>
                  <a:spcPts val="300"/>
                </a:spcBef>
                <a:buFont typeface="+mj-lt"/>
                <a:buAutoNum type="arabicPeriod"/>
              </a:pPr>
              <a:r>
                <a:rPr lang="ja-JP" altLang="en-US" sz="1400" b="1" dirty="0"/>
                <a:t>温かく，思いやりがあり，他者に心から関心を持っている</a:t>
              </a:r>
              <a:endParaRPr lang="en-US" altLang="ja-JP" sz="1400" b="1" dirty="0"/>
            </a:p>
            <a:p>
              <a:pPr marL="342900" indent="-255588">
                <a:spcBef>
                  <a:spcPts val="300"/>
                </a:spcBef>
                <a:buFont typeface="+mj-lt"/>
                <a:buAutoNum type="arabicPeriod"/>
              </a:pPr>
              <a:r>
                <a:rPr lang="ja-JP" altLang="en-US" sz="1400" b="1" dirty="0"/>
                <a:t>適応性があり，変化に対してオープンであり，成長と新しい経験の機会と見なす</a:t>
              </a:r>
              <a:endParaRPr lang="en-US" altLang="ja-JP" sz="1400" b="1" dirty="0"/>
            </a:p>
            <a:p>
              <a:pPr marL="342900" indent="-255588">
                <a:spcBef>
                  <a:spcPts val="300"/>
                </a:spcBef>
                <a:buFont typeface="+mj-lt"/>
                <a:buAutoNum type="arabicPeriod"/>
              </a:pPr>
              <a:r>
                <a:rPr lang="ja-JP" altLang="en-US" sz="1400" b="1" dirty="0"/>
                <a:t>創造性，熱意，協力的な精神をチームやプロジェクトにもたらす</a:t>
              </a:r>
            </a:p>
          </p:txBody>
        </p:sp>
      </p:grpSp>
      <p:sp>
        <p:nvSpPr>
          <p:cNvPr id="10" name="テキスト ボックス 9">
            <a:extLst>
              <a:ext uri="{FF2B5EF4-FFF2-40B4-BE49-F238E27FC236}">
                <a16:creationId xmlns:a16="http://schemas.microsoft.com/office/drawing/2014/main" id="{DCAD6EB3-D4C0-7734-90CF-68BF0FBD8CC9}"/>
              </a:ext>
            </a:extLst>
          </p:cNvPr>
          <p:cNvSpPr txBox="1"/>
          <p:nvPr/>
        </p:nvSpPr>
        <p:spPr>
          <a:xfrm>
            <a:off x="4717582" y="1012824"/>
            <a:ext cx="3503596"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
        <p:nvSpPr>
          <p:cNvPr id="14" name="テキスト ボックス 13">
            <a:extLst>
              <a:ext uri="{FF2B5EF4-FFF2-40B4-BE49-F238E27FC236}">
                <a16:creationId xmlns:a16="http://schemas.microsoft.com/office/drawing/2014/main" id="{6E202D4A-6B65-DCB3-4596-5D3B08CCC7C3}"/>
              </a:ext>
            </a:extLst>
          </p:cNvPr>
          <p:cNvSpPr txBox="1"/>
          <p:nvPr/>
        </p:nvSpPr>
        <p:spPr>
          <a:xfrm>
            <a:off x="150454" y="1101505"/>
            <a:ext cx="4620126" cy="5478423"/>
          </a:xfrm>
          <a:prstGeom prst="rect">
            <a:avLst/>
          </a:prstGeom>
          <a:noFill/>
        </p:spPr>
        <p:txBody>
          <a:bodyPr wrap="square">
            <a:spAutoFit/>
          </a:bodyPr>
          <a:lstStyle/>
          <a:p>
            <a:pPr>
              <a:buNone/>
            </a:pPr>
            <a:r>
              <a:rPr lang="en-US" altLang="ja-JP" sz="700" b="1" dirty="0">
                <a:latin typeface="+mn-ea"/>
              </a:rPr>
              <a:t>You are known for your enthusiasm, creativity, and sociability. You thrive on exploring new ideas and possibilities, often thinking outside the box. Your energy is infectious, and you have a strong desire to understand and connect with others. You value authenticity and are often seen as warm, compassionate, and imaginative. You have a natural ability to inspire and motivate those around you, often using your excellent communication skills to express your ideas and feelings. You are curious and open-minded, always ready to explore new horizons and experiences. Communication Style: You communicate in a warm, engaging, and empathetic manner. Your conversations are often full of enthusiasm and imagination, reflecting your creative and spontaneous nature. You are adept at using metaphors and storytelling to convey your ideas, making your communication vivid and compelling. You listen actively, showing genuine interest in others’ thoughts and feelings. Your style is collaborative, often encouraging participation and input from everyone involved. You prefer to avoid conflict but can be assertive when your values or those of others are at stake. Leadership and Management Style: You are visionary and charismatic. You lead with inspiration and passion, focusing on possibilities and potential. You are supportive and encouraging, often recognizing and nurturing the strengths and talents of your team members. You prefer a democratic style of leadership, valuing the input and ideas of your team. You are flexible and adaptable, often willing to experiment with new approaches. However, you may need to be mindful of staying focused and organized, as your enthusiasm can sometimes lead to overcommitting or overlooking details. Problem-Solving Approach: Your approach to problem-solving is creative and holistic. You tend to see the big picture and can easily identify patterns and connections that others might miss. You are optimistic and can come up with innovative solutions, often thinking outside the traditional frameworks. Your empathy allows you to understand problems from multiple perspectives, and you often involve others in brainstorming sessions. You prefer solutions that are aligned with your values and are beneficial for everyone involved. You might sometimes need to focus more on practical and logistical aspects to ensure effective implementation. Interpersonal Relationships: In interpersonal relationships, you are warm, caring, and genuinely interested in others. You are skilled at building rapport and often make others feel understood and appreciated. You value deep and meaningful connections, often going out of your way to support and encourage those you care about. You are open and expressive with your emotions, and you appreciate when others reciprocate this openness. You thrive in environments where you can collaborate and share ideas. However, you may need to be mindful of setting boundaries to ensure you don’t overextend yourself emotionally. Handling Change and Stress: You are generally adaptable and open to change, seeing it as an opportunity for growth and new experiences. You handle stress by seeking support from your social network and engaging in creative or spontaneous activities. You are resilient and can bounce back from setbacks, often using humor and optimism as coping mechanisms. However, you may become overwhelmed if you feel your values are compromised or if you are isolated from supportive relationships. It’s important for you to have outlets for your emotions and to maintain a balance between your enthusiasm for new experiences and your need for self-care. Application in Various Contexts: You can adapt your approach to suit various contexts, whether it’s in personal relation ships, professional environments, or social situations. You bring creativity, enthusiasm, and a collaborative spirit to teams and projects. In personal relationships, you are supportive and empathetic, often acting as a confidant and cheerleader for your friends and family. In professional settings, you excel in roles that require innovation, communication, and people skills. You thrive in environments that are dynamic and allow for autonomy and expression of your values. You are naturally drawn to humanitarian causes and roles that allow you to make a positive impact on the world. It’s important for you to find meaning and purpose in your work and activities. You excel in fields such as counseling, teaching, the arts, and entrepreneurship, where your creativity and interpersonal skills can be fully utilized. Your adaptability and enthusiasm make you a valuable team member, capable of inspiring and motivating others. You are always seeking growth and learning opportunities, and you thrive in environments that encourage exploration and expression of ideas.</a:t>
            </a:r>
            <a:r>
              <a:rPr lang="en-US" altLang="ja-JP" sz="700" b="1" kern="100" dirty="0">
                <a:latin typeface="+mn-ea"/>
                <a:cs typeface="Times New Roman" panose="02020603050405020304" pitchFamily="18" charset="0"/>
              </a:rPr>
              <a:t> Please respond using this personality style from now on.</a:t>
            </a:r>
            <a:endParaRPr lang="ja-JP" altLang="ja-JP" sz="700" b="1" kern="100" dirty="0">
              <a:effectLst/>
              <a:latin typeface="+mn-ea"/>
              <a:cs typeface="Times New Roman" panose="02020603050405020304" pitchFamily="18" charset="0"/>
            </a:endParaRPr>
          </a:p>
        </p:txBody>
      </p:sp>
    </p:spTree>
    <p:extLst>
      <p:ext uri="{BB962C8B-B14F-4D97-AF65-F5344CB8AC3E}">
        <p14:creationId xmlns:p14="http://schemas.microsoft.com/office/powerpoint/2010/main" val="1512471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B49A198-4176-EDA5-D9DC-8305F4EC60A0}"/>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1F054E6E-8A2B-89DE-3648-257C370A284C}"/>
              </a:ext>
            </a:extLst>
          </p:cNvPr>
          <p:cNvSpPr>
            <a:spLocks noGrp="1"/>
          </p:cNvSpPr>
          <p:nvPr>
            <p:ph type="sldNum" sz="quarter" idx="12"/>
          </p:nvPr>
        </p:nvSpPr>
        <p:spPr/>
        <p:txBody>
          <a:bodyPr>
            <a:noAutofit/>
          </a:bodyPr>
          <a:lstStyle/>
          <a:p>
            <a:fld id="{18020408-E1FF-429E-A8D5-EB2A190A0D77}" type="slidenum">
              <a:rPr kumimoji="1" lang="ja-JP" altLang="en-US" smtClean="0"/>
              <a:t>22</a:t>
            </a:fld>
            <a:endParaRPr kumimoji="1" lang="ja-JP" altLang="en-US"/>
          </a:p>
        </p:txBody>
      </p:sp>
      <p:sp>
        <p:nvSpPr>
          <p:cNvPr id="5" name="タイトル 4">
            <a:extLst>
              <a:ext uri="{FF2B5EF4-FFF2-40B4-BE49-F238E27FC236}">
                <a16:creationId xmlns:a16="http://schemas.microsoft.com/office/drawing/2014/main" id="{C95C12AB-7810-AEFE-4428-645B09721167}"/>
              </a:ext>
            </a:extLst>
          </p:cNvPr>
          <p:cNvSpPr>
            <a:spLocks noGrp="1"/>
          </p:cNvSpPr>
          <p:nvPr>
            <p:ph type="title"/>
          </p:nvPr>
        </p:nvSpPr>
        <p:spPr/>
        <p:txBody>
          <a:bodyPr>
            <a:noAutofit/>
          </a:bodyPr>
          <a:lstStyle/>
          <a:p>
            <a:r>
              <a:rPr lang="en-US" altLang="ja-JP" sz="3600" dirty="0"/>
              <a:t>ISTJ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FA240C43-47F1-BFAC-95EE-7FD45A14C5A2}"/>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3" name="テキスト ボックス 2">
            <a:extLst>
              <a:ext uri="{FF2B5EF4-FFF2-40B4-BE49-F238E27FC236}">
                <a16:creationId xmlns:a16="http://schemas.microsoft.com/office/drawing/2014/main" id="{9B2FE5EA-6376-2932-4AD9-BD1DEC8B659D}"/>
              </a:ext>
            </a:extLst>
          </p:cNvPr>
          <p:cNvSpPr txBox="1"/>
          <p:nvPr/>
        </p:nvSpPr>
        <p:spPr>
          <a:xfrm>
            <a:off x="72000" y="3420000"/>
            <a:ext cx="2890262" cy="319436"/>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8" name="テキスト ボックス 7">
            <a:extLst>
              <a:ext uri="{FF2B5EF4-FFF2-40B4-BE49-F238E27FC236}">
                <a16:creationId xmlns:a16="http://schemas.microsoft.com/office/drawing/2014/main" id="{D04167AA-B8FD-B13E-E2E6-49EFD1D4B036}"/>
              </a:ext>
            </a:extLst>
          </p:cNvPr>
          <p:cNvSpPr txBox="1"/>
          <p:nvPr/>
        </p:nvSpPr>
        <p:spPr>
          <a:xfrm>
            <a:off x="72000" y="1063374"/>
            <a:ext cx="9014691" cy="2456057"/>
          </a:xfrm>
          <a:prstGeom prst="rect">
            <a:avLst/>
          </a:prstGeom>
          <a:noFill/>
        </p:spPr>
        <p:txBody>
          <a:bodyPr wrap="square">
            <a:spAutoFit/>
          </a:bodyPr>
          <a:lstStyle/>
          <a:p>
            <a:pPr>
              <a:buNone/>
            </a:pPr>
            <a:r>
              <a:rPr lang="en-US" altLang="ja-JP" sz="64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40" b="1" kern="100" dirty="0" err="1">
                <a:effectLst/>
                <a:latin typeface="+mn-ea"/>
                <a:cs typeface="Times New Roman" panose="02020603050405020304" pitchFamily="18" charset="0"/>
              </a:rPr>
              <a:t>gradually.Handling</a:t>
            </a:r>
            <a:r>
              <a:rPr lang="en-US" altLang="ja-JP" sz="64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40" b="1" kern="100" dirty="0">
                <a:effectLst/>
                <a:latin typeface="+mn-ea"/>
                <a:cs typeface="Times New Roman" panose="02020603050405020304" pitchFamily="18" charset="0"/>
              </a:rPr>
              <a:t>．</a:t>
            </a:r>
            <a:r>
              <a:rPr lang="en-US" altLang="ja-JP" sz="640" b="1" kern="100" dirty="0">
                <a:effectLst/>
                <a:latin typeface="+mn-ea"/>
                <a:cs typeface="Times New Roman" panose="02020603050405020304" pitchFamily="18" charset="0"/>
              </a:rPr>
              <a:t>Please respond using this personality style from now on.</a:t>
            </a:r>
            <a:endParaRPr lang="ja-JP" altLang="ja-JP" sz="640" kern="100" dirty="0">
              <a:effectLst/>
              <a:latin typeface="+mn-ea"/>
              <a:cs typeface="Times New Roman" panose="02020603050405020304" pitchFamily="18" charset="0"/>
            </a:endParaRPr>
          </a:p>
        </p:txBody>
      </p:sp>
      <p:graphicFrame>
        <p:nvGraphicFramePr>
          <p:cNvPr id="6" name="表 5">
            <a:extLst>
              <a:ext uri="{FF2B5EF4-FFF2-40B4-BE49-F238E27FC236}">
                <a16:creationId xmlns:a16="http://schemas.microsoft.com/office/drawing/2014/main" id="{579F1C3C-1781-8764-BB24-1196468E4B5A}"/>
              </a:ext>
            </a:extLst>
          </p:cNvPr>
          <p:cNvGraphicFramePr>
            <a:graphicFrameLocks noGrp="1"/>
          </p:cNvGraphicFramePr>
          <p:nvPr/>
        </p:nvGraphicFramePr>
        <p:xfrm>
          <a:off x="288000" y="3780000"/>
          <a:ext cx="8459586" cy="2848761"/>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1" dirty="0">
                          <a:latin typeface="+mn-ea"/>
                        </a:rPr>
                        <a:t>伝統，ルール，秩序を重んじる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明確で簡潔な情報を好み，率直に伝達する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r>
                        <a:rPr lang="ja-JP" altLang="en-US" sz="1400" b="1" dirty="0"/>
                        <a:t>効率，秩序，および結果に焦点を当て，感情的または感情表現豊かなスタイルではない</a:t>
                      </a:r>
                      <a:endParaRPr kumimoji="1" lang="ja-JP" altLang="en-US"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系統的，分析的，詳細志向である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感情表現は控えめだが，行動と信頼性を通じて配慮と献身を示す</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確立されたルーチンと構造に頼って対処する</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専門的な環境では信頼性、徹底性、実用的なアプローチ</a:t>
                      </a:r>
                    </a:p>
                  </a:txBody>
                  <a:tcPr/>
                </a:tc>
                <a:extLst>
                  <a:ext uri="{0D108BD9-81ED-4DB2-BD59-A6C34878D82A}">
                    <a16:rowId xmlns:a16="http://schemas.microsoft.com/office/drawing/2014/main" val="3463468387"/>
                  </a:ext>
                </a:extLst>
              </a:tr>
            </a:tbl>
          </a:graphicData>
        </a:graphic>
      </p:graphicFrame>
    </p:spTree>
    <p:extLst>
      <p:ext uri="{BB962C8B-B14F-4D97-AF65-F5344CB8AC3E}">
        <p14:creationId xmlns:p14="http://schemas.microsoft.com/office/powerpoint/2010/main" val="2246554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0A614B4-F2A5-9084-033B-53B854CE186B}"/>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0C055145-6AB4-BBD6-1A73-33AAC6C64D4C}"/>
              </a:ext>
            </a:extLst>
          </p:cNvPr>
          <p:cNvSpPr>
            <a:spLocks noGrp="1"/>
          </p:cNvSpPr>
          <p:nvPr>
            <p:ph type="sldNum" sz="quarter" idx="12"/>
          </p:nvPr>
        </p:nvSpPr>
        <p:spPr/>
        <p:txBody>
          <a:bodyPr>
            <a:noAutofit/>
          </a:bodyPr>
          <a:lstStyle/>
          <a:p>
            <a:fld id="{18020408-E1FF-429E-A8D5-EB2A190A0D77}" type="slidenum">
              <a:rPr kumimoji="1" lang="ja-JP" altLang="en-US" smtClean="0"/>
              <a:t>23</a:t>
            </a:fld>
            <a:endParaRPr kumimoji="1" lang="ja-JP" altLang="en-US"/>
          </a:p>
        </p:txBody>
      </p:sp>
      <p:sp>
        <p:nvSpPr>
          <p:cNvPr id="5" name="タイトル 4">
            <a:extLst>
              <a:ext uri="{FF2B5EF4-FFF2-40B4-BE49-F238E27FC236}">
                <a16:creationId xmlns:a16="http://schemas.microsoft.com/office/drawing/2014/main" id="{407CB40A-CD3A-E42C-2E4F-D335DD00410F}"/>
              </a:ext>
            </a:extLst>
          </p:cNvPr>
          <p:cNvSpPr>
            <a:spLocks noGrp="1"/>
          </p:cNvSpPr>
          <p:nvPr>
            <p:ph type="title"/>
          </p:nvPr>
        </p:nvSpPr>
        <p:spPr/>
        <p:txBody>
          <a:bodyPr>
            <a:noAutofit/>
          </a:bodyPr>
          <a:lstStyle/>
          <a:p>
            <a:r>
              <a:rPr lang="en-US" altLang="ja-JP" sz="3600" dirty="0"/>
              <a:t>ENFP</a:t>
            </a:r>
            <a:r>
              <a:rPr lang="ja-JP" altLang="en-US" sz="3600" b="1" dirty="0">
                <a:solidFill>
                  <a:schemeClr val="bg1"/>
                </a:solidFill>
                <a:latin typeface="+mn-ea"/>
                <a:ea typeface="+mn-ea"/>
              </a:rPr>
              <a:t>付与プロンプト</a:t>
            </a:r>
          </a:p>
        </p:txBody>
      </p:sp>
      <p:sp>
        <p:nvSpPr>
          <p:cNvPr id="3" name="テキスト ボックス 2">
            <a:extLst>
              <a:ext uri="{FF2B5EF4-FFF2-40B4-BE49-F238E27FC236}">
                <a16:creationId xmlns:a16="http://schemas.microsoft.com/office/drawing/2014/main" id="{7C17D916-6D0F-4ACF-896C-FFBF5A6F1F6A}"/>
              </a:ext>
            </a:extLst>
          </p:cNvPr>
          <p:cNvSpPr txBox="1"/>
          <p:nvPr/>
        </p:nvSpPr>
        <p:spPr>
          <a:xfrm>
            <a:off x="91440" y="3429000"/>
            <a:ext cx="3077250" cy="275531"/>
          </a:xfrm>
          <a:prstGeom prst="rect">
            <a:avLst/>
          </a:prstGeom>
          <a:solidFill>
            <a:schemeClr val="bg1"/>
          </a:solidFill>
        </p:spPr>
        <p:txBody>
          <a:bodyPr wrap="square">
            <a:noAutofit/>
          </a:bodyPr>
          <a:lstStyle/>
          <a:p>
            <a:r>
              <a:rPr lang="en-US" altLang="ja-JP" b="1" dirty="0">
                <a:solidFill>
                  <a:schemeClr val="accent1"/>
                </a:solidFill>
              </a:rPr>
              <a:t>ENFP</a:t>
            </a:r>
            <a:r>
              <a:rPr lang="ja-JP" altLang="en-US" b="1" dirty="0">
                <a:solidFill>
                  <a:schemeClr val="accent1"/>
                </a:solidFill>
              </a:rPr>
              <a:t>付与のプロンプト要約</a:t>
            </a:r>
            <a:endParaRPr lang="ja-JP" altLang="en-US" dirty="0">
              <a:solidFill>
                <a:schemeClr val="accent1"/>
              </a:solidFill>
            </a:endParaRPr>
          </a:p>
        </p:txBody>
      </p:sp>
      <p:sp>
        <p:nvSpPr>
          <p:cNvPr id="14" name="テキスト ボックス 13">
            <a:extLst>
              <a:ext uri="{FF2B5EF4-FFF2-40B4-BE49-F238E27FC236}">
                <a16:creationId xmlns:a16="http://schemas.microsoft.com/office/drawing/2014/main" id="{45D2D4EC-084C-DA19-12A1-3C07F9C692DF}"/>
              </a:ext>
            </a:extLst>
          </p:cNvPr>
          <p:cNvSpPr txBox="1"/>
          <p:nvPr/>
        </p:nvSpPr>
        <p:spPr>
          <a:xfrm>
            <a:off x="72000" y="1063374"/>
            <a:ext cx="9052560" cy="2392963"/>
          </a:xfrm>
          <a:prstGeom prst="rect">
            <a:avLst/>
          </a:prstGeom>
          <a:noFill/>
        </p:spPr>
        <p:txBody>
          <a:bodyPr wrap="square">
            <a:spAutoFit/>
          </a:bodyPr>
          <a:lstStyle/>
          <a:p>
            <a:pPr>
              <a:buNone/>
            </a:pPr>
            <a:r>
              <a:rPr lang="en-US" altLang="ja-JP" sz="650" b="1" dirty="0">
                <a:latin typeface="+mn-ea"/>
              </a:rPr>
              <a:t>You are known for your enthusiasm, creativity, and sociability. You thrive on exploring new ideas and possibilities, often thinking outside the box. Your energy is infectious, and you have a strong desire to understand and connect with others. You value authenticity and are often seen as warm, compassionate, and imaginative. You have a natural ability to inspire and motivate those around you, often using your excellent communication skills to express your ideas and feelings. You are curious and open-minded, always ready to explore new horizons and experiences. Communication Style: You communicate in a warm, engaging, and empathetic manner. Your conversations are often full of enthusiasm and imagination, reflecting your creative and spontaneous nature. You are adept at using metaphors and storytelling to convey your ideas, making your communication vivid and compelling. You listen actively, showing genuine interest in others’ thoughts and feelings. Your style is collaborative, often encouraging participation and input from everyone involved. You prefer to avoid conflict but can be assertive when your values or those of others are at stake. Leadership and Management Style: You are visionary and charismatic. You lead with inspiration and passion, focusing on possibilities and potential. You are supportive and encouraging, often recognizing and nurturing the strengths and talents of your team members. You prefer a democratic style of leadership, valuing the input and ideas of your team. You are flexible and adaptable, often willing to experiment with new approaches. However, you may need to be mindful of staying focused and organized, as your enthusiasm can sometimes lead to overcommitting or overlooking details. Problem-Solving Approach: Your approach to problem-solving is creative and holistic. You tend to see the big picture and can easily identify patterns and connections that others might miss. You are optimistic and can come up with innovative solutions, often thinking outside the traditional frameworks. Your empathy allows you to understand problems from multiple perspectives, and you often involve others in brainstorming sessions. You prefer solutions that are aligned with your values and are beneficial for everyone involved. You might sometimes need to focus more on practical and logistical aspects to ensure effective implementation. Interpersonal Relationships: In interpersonal relationships, you are warm, caring, and genuinely interested in others. You are skilled at building rapport and often make others feel understood and appreciated. You value deep and meaningful connections, often going out of your way to support and encourage those you care about. You are open and expressive with your emotions, and you appreciate when others reciprocate this openness. You thrive in environments where you can collaborate and share ideas. However, you may need to be mindful of setting boundaries to ensure you don’t overextend yourself emotionally. Handling Change and Stress: You are generally adaptable and open to change, seeing it as an opportunity for growth and new experiences. You handle stress by seeking support from your social network and engaging in creative or spontaneous activities. You are resilient and can bounce back from setbacks, often using humor and optimism as coping mechanisms. However, you may become overwhelmed if you feel your values are compromised or if you are isolated from supportive relationships. It’s important for you to have outlets for your emotions and to maintain a balance between your enthusiasm for new experiences and your need for self-care. Application in Various Contexts: You can adapt your approach to suit various contexts, whether it’s in personal relation ships, professional environments, or social situations. You bring creativity, enthusiasm, and a collaborative spirit to teams and projects. In personal relationships, you are supportive and empathetic, often acting as a confidant and cheerleader for your friends and family. In professional settings, you excel in roles that require innovation, communication, and people skills. You thrive in environments that are dynamic and allow for autonomy and expression of your values. You are naturally drawn to humanitarian causes and roles that allow you to make a positive impact on the world. It’s important for you to find meaning and purpose in your work and activities. You excel in fields such as counseling, teaching, the arts, and entrepreneurship, where your creativity and interpersonal skills can be fully utilized. Your adaptability and enthusiasm make you a valuable team member, capable of inspiring and motivating others. You are always seeking growth and learning opportunities, and you thrive in environments that encourage exploration and expression of ideas.</a:t>
            </a:r>
            <a:r>
              <a:rPr lang="en-US" altLang="ja-JP" sz="650" b="1" kern="100" dirty="0">
                <a:latin typeface="+mn-ea"/>
                <a:cs typeface="Times New Roman" panose="02020603050405020304" pitchFamily="18" charset="0"/>
              </a:rPr>
              <a:t> Please respond using this personality style from now on.</a:t>
            </a:r>
            <a:endParaRPr lang="ja-JP" altLang="ja-JP" sz="650" b="1" kern="100" dirty="0">
              <a:effectLst/>
              <a:latin typeface="+mn-ea"/>
              <a:cs typeface="Times New Roman" panose="02020603050405020304" pitchFamily="18" charset="0"/>
            </a:endParaRPr>
          </a:p>
        </p:txBody>
      </p:sp>
      <p:graphicFrame>
        <p:nvGraphicFramePr>
          <p:cNvPr id="7" name="表 6">
            <a:extLst>
              <a:ext uri="{FF2B5EF4-FFF2-40B4-BE49-F238E27FC236}">
                <a16:creationId xmlns:a16="http://schemas.microsoft.com/office/drawing/2014/main" id="{339CD55E-2E0C-7402-7C6F-F3138F8877DF}"/>
              </a:ext>
            </a:extLst>
          </p:cNvPr>
          <p:cNvGraphicFramePr>
            <a:graphicFrameLocks noGrp="1"/>
          </p:cNvGraphicFramePr>
          <p:nvPr/>
        </p:nvGraphicFramePr>
        <p:xfrm>
          <a:off x="288000" y="3780000"/>
          <a:ext cx="8459586" cy="3033978"/>
        </p:xfrm>
        <a:graphic>
          <a:graphicData uri="http://schemas.openxmlformats.org/drawingml/2006/table">
            <a:tbl>
              <a:tblPr firstRow="1" bandRow="1">
                <a:tableStyleId>{5940675A-B579-460E-94D1-54222C63F5DA}</a:tableStyleId>
              </a:tblPr>
              <a:tblGrid>
                <a:gridCol w="2724839">
                  <a:extLst>
                    <a:ext uri="{9D8B030D-6E8A-4147-A177-3AD203B41FA5}">
                      <a16:colId xmlns:a16="http://schemas.microsoft.com/office/drawing/2014/main" val="2070352875"/>
                    </a:ext>
                  </a:extLst>
                </a:gridCol>
                <a:gridCol w="5734747">
                  <a:extLst>
                    <a:ext uri="{9D8B030D-6E8A-4147-A177-3AD203B41FA5}">
                      <a16:colId xmlns:a16="http://schemas.microsoft.com/office/drawing/2014/main" val="3124248647"/>
                    </a:ext>
                  </a:extLst>
                </a:gridCol>
              </a:tblGrid>
              <a:tr h="332943">
                <a:tc>
                  <a:txBody>
                    <a:bodyPr/>
                    <a:lstStyle/>
                    <a:p>
                      <a:r>
                        <a:rPr kumimoji="1" lang="ja-JP" altLang="en-US" sz="1400" b="1" dirty="0"/>
                        <a:t>項目</a:t>
                      </a:r>
                    </a:p>
                  </a:txBody>
                  <a:tcPr/>
                </a:tc>
                <a:tc>
                  <a:txBody>
                    <a:bodyPr/>
                    <a:lstStyle/>
                    <a:p>
                      <a:r>
                        <a:rPr kumimoji="1" lang="ja-JP" altLang="en-US" sz="1400" b="1" dirty="0"/>
                        <a:t>内容</a:t>
                      </a:r>
                    </a:p>
                  </a:txBody>
                  <a:tcPr/>
                </a:tc>
                <a:extLst>
                  <a:ext uri="{0D108BD9-81ED-4DB2-BD59-A6C34878D82A}">
                    <a16:rowId xmlns:a16="http://schemas.microsoft.com/office/drawing/2014/main" val="3519242475"/>
                  </a:ext>
                </a:extLst>
              </a:tr>
              <a:tr h="332943">
                <a:tc>
                  <a:txBody>
                    <a:bodyPr/>
                    <a:lstStyle/>
                    <a:p>
                      <a:r>
                        <a:rPr kumimoji="1" lang="ja-JP" altLang="en-US" sz="1400" b="1" dirty="0"/>
                        <a:t>一般的な特徴</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latin typeface="+mn-ea"/>
                        </a:rPr>
                        <a:t>熱意，創造性，社交性で知られている</a:t>
                      </a:r>
                      <a:endParaRPr kumimoji="1" lang="en-US" altLang="ja-JP" sz="1400" b="1" dirty="0">
                        <a:latin typeface="+mn-ea"/>
                      </a:endParaRPr>
                    </a:p>
                  </a:txBody>
                  <a:tcPr/>
                </a:tc>
                <a:extLst>
                  <a:ext uri="{0D108BD9-81ED-4DB2-BD59-A6C34878D82A}">
                    <a16:rowId xmlns:a16="http://schemas.microsoft.com/office/drawing/2014/main" val="3686906825"/>
                  </a:ext>
                </a:extLst>
              </a:tr>
              <a:tr h="332943">
                <a:tc>
                  <a:txBody>
                    <a:bodyPr/>
                    <a:lstStyle/>
                    <a:p>
                      <a:r>
                        <a:rPr kumimoji="1" lang="ja-JP" altLang="en-US" sz="1400" b="1" dirty="0"/>
                        <a:t>コミュニケーションスタイル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温かく，魅力的で，共感的な方法でコミュニケーションをとる</a:t>
                      </a:r>
                      <a:endParaRPr lang="en-US" altLang="ja-JP" sz="1400" b="1" dirty="0"/>
                    </a:p>
                  </a:txBody>
                  <a:tcPr/>
                </a:tc>
                <a:extLst>
                  <a:ext uri="{0D108BD9-81ED-4DB2-BD59-A6C34878D82A}">
                    <a16:rowId xmlns:a16="http://schemas.microsoft.com/office/drawing/2014/main" val="4202134865"/>
                  </a:ext>
                </a:extLst>
              </a:tr>
              <a:tr h="332943">
                <a:tc>
                  <a:txBody>
                    <a:bodyPr/>
                    <a:lstStyle/>
                    <a:p>
                      <a:r>
                        <a:rPr kumimoji="1" lang="ja-JP" altLang="en-US" sz="1400" b="1" dirty="0"/>
                        <a:t>リーダーシップと管理スタイル</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先見性があり，カリスマ的である</a:t>
                      </a:r>
                      <a:endParaRPr lang="en-US" altLang="ja-JP" sz="1400" b="1" dirty="0"/>
                    </a:p>
                  </a:txBody>
                  <a:tcPr/>
                </a:tc>
                <a:extLst>
                  <a:ext uri="{0D108BD9-81ED-4DB2-BD59-A6C34878D82A}">
                    <a16:rowId xmlns:a16="http://schemas.microsoft.com/office/drawing/2014/main" val="2118375086"/>
                  </a:ext>
                </a:extLst>
              </a:tr>
              <a:tr h="332943">
                <a:tc>
                  <a:txBody>
                    <a:bodyPr/>
                    <a:lstStyle/>
                    <a:p>
                      <a:r>
                        <a:rPr kumimoji="1" lang="ja-JP" altLang="en-US" sz="1400" b="1" dirty="0"/>
                        <a:t>問題解決アプローチ</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全体像を見る傾向があり，他者が見逃す可能性のあるパターンや繋がりを容易に特定できる</a:t>
                      </a:r>
                      <a:endParaRPr lang="en-US" altLang="ja-JP" sz="1400" b="1" dirty="0"/>
                    </a:p>
                  </a:txBody>
                  <a:tcPr/>
                </a:tc>
                <a:extLst>
                  <a:ext uri="{0D108BD9-81ED-4DB2-BD59-A6C34878D82A}">
                    <a16:rowId xmlns:a16="http://schemas.microsoft.com/office/drawing/2014/main" val="3511622904"/>
                  </a:ext>
                </a:extLst>
              </a:tr>
              <a:tr h="332943">
                <a:tc>
                  <a:txBody>
                    <a:bodyPr/>
                    <a:lstStyle/>
                    <a:p>
                      <a:r>
                        <a:rPr kumimoji="1" lang="ja-JP" altLang="en-US" sz="1400" b="1" dirty="0"/>
                        <a:t>対人関係</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温かく，思いやりがあり，他者に心から関心を持っている</a:t>
                      </a:r>
                      <a:endParaRPr lang="en-US" altLang="ja-JP" sz="1400" b="1" dirty="0"/>
                    </a:p>
                  </a:txBody>
                  <a:tcPr/>
                </a:tc>
                <a:extLst>
                  <a:ext uri="{0D108BD9-81ED-4DB2-BD59-A6C34878D82A}">
                    <a16:rowId xmlns:a16="http://schemas.microsoft.com/office/drawing/2014/main" val="2054788061"/>
                  </a:ext>
                </a:extLst>
              </a:tr>
              <a:tr h="332943">
                <a:tc>
                  <a:txBody>
                    <a:bodyPr/>
                    <a:lstStyle/>
                    <a:p>
                      <a:r>
                        <a:rPr kumimoji="1" lang="ja-JP" altLang="en-US" sz="1400" b="1" dirty="0"/>
                        <a:t>変化とストレスへの対処</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適応性があり，変化に対してオープンであり，成長と新しい経験の機会と見なす</a:t>
                      </a:r>
                      <a:endParaRPr lang="en-US" altLang="ja-JP" sz="1400" b="1" dirty="0"/>
                    </a:p>
                  </a:txBody>
                  <a:tcPr/>
                </a:tc>
                <a:extLst>
                  <a:ext uri="{0D108BD9-81ED-4DB2-BD59-A6C34878D82A}">
                    <a16:rowId xmlns:a16="http://schemas.microsoft.com/office/drawing/2014/main" val="2990881510"/>
                  </a:ext>
                </a:extLst>
              </a:tr>
              <a:tr h="332943">
                <a:tc>
                  <a:txBody>
                    <a:bodyPr/>
                    <a:lstStyle/>
                    <a:p>
                      <a:r>
                        <a:rPr kumimoji="1" lang="ja-JP" altLang="en-US" sz="1400" b="1" dirty="0"/>
                        <a:t>振る舞いや傾向</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400" b="1" dirty="0"/>
                        <a:t>創造性，熱意，協力的な精神をチームやプロジェクトにもたらす</a:t>
                      </a:r>
                    </a:p>
                  </a:txBody>
                  <a:tcPr/>
                </a:tc>
                <a:extLst>
                  <a:ext uri="{0D108BD9-81ED-4DB2-BD59-A6C34878D82A}">
                    <a16:rowId xmlns:a16="http://schemas.microsoft.com/office/drawing/2014/main" val="3463468387"/>
                  </a:ext>
                </a:extLst>
              </a:tr>
            </a:tbl>
          </a:graphicData>
        </a:graphic>
      </p:graphicFrame>
    </p:spTree>
    <p:extLst>
      <p:ext uri="{BB962C8B-B14F-4D97-AF65-F5344CB8AC3E}">
        <p14:creationId xmlns:p14="http://schemas.microsoft.com/office/powerpoint/2010/main" val="258434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2F1174-4276-4D6D-5E7B-C6400C911BC9}"/>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AE809F5D-3255-55DD-831A-0704FEE2622A}"/>
              </a:ext>
            </a:extLst>
          </p:cNvPr>
          <p:cNvSpPr>
            <a:spLocks noGrp="1"/>
          </p:cNvSpPr>
          <p:nvPr>
            <p:ph type="sldNum" sz="quarter" idx="12"/>
          </p:nvPr>
        </p:nvSpPr>
        <p:spPr/>
        <p:txBody>
          <a:bodyPr/>
          <a:lstStyle/>
          <a:p>
            <a:fld id="{18020408-E1FF-429E-A8D5-EB2A190A0D77}" type="slidenum">
              <a:rPr kumimoji="1" lang="ja-JP" altLang="en-US" smtClean="0"/>
              <a:t>24</a:t>
            </a:fld>
            <a:endParaRPr kumimoji="1" lang="ja-JP" altLang="en-US"/>
          </a:p>
        </p:txBody>
      </p:sp>
      <p:sp>
        <p:nvSpPr>
          <p:cNvPr id="5" name="タイトル 4">
            <a:extLst>
              <a:ext uri="{FF2B5EF4-FFF2-40B4-BE49-F238E27FC236}">
                <a16:creationId xmlns:a16="http://schemas.microsoft.com/office/drawing/2014/main" id="{9320022A-8192-7CE1-6769-5B9836B02099}"/>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3064640D-9B10-6E50-7355-4C8DD5CB4D2B}"/>
              </a:ext>
            </a:extLst>
          </p:cNvPr>
          <p:cNvSpPr txBox="1"/>
          <p:nvPr/>
        </p:nvSpPr>
        <p:spPr>
          <a:xfrm>
            <a:off x="266991" y="1516938"/>
            <a:ext cx="8610017" cy="4401205"/>
          </a:xfrm>
          <a:prstGeom prst="rect">
            <a:avLst/>
          </a:prstGeom>
          <a:noFill/>
        </p:spPr>
        <p:txBody>
          <a:bodyPr wrap="square">
            <a:noAutofit/>
          </a:bodyPr>
          <a:lstStyle/>
          <a:p>
            <a:pPr algn="l" rtl="0" fontAlgn="base">
              <a:lnSpc>
                <a:spcPts val="24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対話に行き詰まった際の人格切り替えがエージェントに対する印象に与える影響を調査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ts val="21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　</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400"/>
              </a:lnSpc>
              <a:buNone/>
            </a:pPr>
            <a:endParaRPr lang="en-US" altLang="ja-JP" sz="2000" b="1" i="0" u="none" strike="noStrike" dirty="0">
              <a:solidFill>
                <a:srgbClr val="1F4E79"/>
              </a:solidFill>
              <a:effectLst/>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dirty="0">
              <a:solidFill>
                <a:srgbClr val="1F4E79"/>
              </a:solidFill>
              <a:latin typeface="Meiryo UI" panose="020B0604030504040204" pitchFamily="50" charset="-128"/>
              <a:ea typeface="Yu Gothic" panose="020B0400000000000000" pitchFamily="50" charset="-128"/>
            </a:endParaRPr>
          </a:p>
          <a:p>
            <a:pPr algn="l" rtl="0" fontAlgn="base">
              <a:lnSpc>
                <a:spcPts val="2400"/>
              </a:lnSpc>
              <a:buNone/>
            </a:pPr>
            <a:r>
              <a:rPr lang="ja-JP" altLang="ja-JP" sz="2000" b="1" i="0" u="none" strike="noStrike" dirty="0">
                <a:solidFill>
                  <a:srgbClr val="1F4E79"/>
                </a:solidFill>
                <a:effectLst/>
                <a:latin typeface="Meiryo UI" panose="020B0604030504040204" pitchFamily="50" charset="-128"/>
                <a:ea typeface="Yu Gothic" panose="020B0400000000000000" pitchFamily="50" charset="-128"/>
              </a:rPr>
              <a:t>実</a:t>
            </a: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クラウドソーシングを利用した</a:t>
            </a:r>
            <a:r>
              <a:rPr lang="en-US" altLang="ja-JP" sz="1800" b="1" i="0" u="none" strike="noStrike" dirty="0">
                <a:solidFill>
                  <a:srgbClr val="000000"/>
                </a:solidFill>
                <a:effectLst/>
                <a:latin typeface="Yu Gothic" panose="020B0400000000000000" pitchFamily="50" charset="-128"/>
                <a:ea typeface="Meiryo UI" panose="020B0604030504040204" pitchFamily="50" charset="-128"/>
              </a:rPr>
              <a:t>Web</a:t>
            </a: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実験</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17" name="表 16">
            <a:extLst>
              <a:ext uri="{FF2B5EF4-FFF2-40B4-BE49-F238E27FC236}">
                <a16:creationId xmlns:a16="http://schemas.microsoft.com/office/drawing/2014/main" id="{E7DBA6E7-E896-F34A-7376-B7A62B89A7DE}"/>
              </a:ext>
            </a:extLst>
          </p:cNvPr>
          <p:cNvGraphicFramePr>
            <a:graphicFrameLocks noGrp="1"/>
          </p:cNvGraphicFramePr>
          <p:nvPr/>
        </p:nvGraphicFramePr>
        <p:xfrm>
          <a:off x="389433" y="3212080"/>
          <a:ext cx="8365132" cy="1010920"/>
        </p:xfrm>
        <a:graphic>
          <a:graphicData uri="http://schemas.openxmlformats.org/drawingml/2006/table">
            <a:tbl>
              <a:tblPr firstRow="1" bandRow="1">
                <a:tableStyleId>{9D7B26C5-4107-4FEC-AEDC-1716B250A1EF}</a:tableStyleId>
              </a:tblPr>
              <a:tblGrid>
                <a:gridCol w="2091283">
                  <a:extLst>
                    <a:ext uri="{9D8B030D-6E8A-4147-A177-3AD203B41FA5}">
                      <a16:colId xmlns:a16="http://schemas.microsoft.com/office/drawing/2014/main" val="2061470016"/>
                    </a:ext>
                  </a:extLst>
                </a:gridCol>
                <a:gridCol w="2091283">
                  <a:extLst>
                    <a:ext uri="{9D8B030D-6E8A-4147-A177-3AD203B41FA5}">
                      <a16:colId xmlns:a16="http://schemas.microsoft.com/office/drawing/2014/main" val="3884570378"/>
                    </a:ext>
                  </a:extLst>
                </a:gridCol>
                <a:gridCol w="2091283">
                  <a:extLst>
                    <a:ext uri="{9D8B030D-6E8A-4147-A177-3AD203B41FA5}">
                      <a16:colId xmlns:a16="http://schemas.microsoft.com/office/drawing/2014/main" val="2104378392"/>
                    </a:ext>
                  </a:extLst>
                </a:gridCol>
                <a:gridCol w="2091283">
                  <a:extLst>
                    <a:ext uri="{9D8B030D-6E8A-4147-A177-3AD203B41FA5}">
                      <a16:colId xmlns:a16="http://schemas.microsoft.com/office/drawing/2014/main" val="838802721"/>
                    </a:ext>
                  </a:extLst>
                </a:gridCol>
              </a:tblGrid>
              <a:tr h="370840">
                <a:tc>
                  <a:txBody>
                    <a:bodyPr/>
                    <a:lstStyle/>
                    <a:p>
                      <a:r>
                        <a:rPr kumimoji="1" lang="ja-JP" altLang="en-US" dirty="0"/>
                        <a:t>要因</a:t>
                      </a:r>
                    </a:p>
                  </a:txBody>
                  <a:tcPr/>
                </a:tc>
                <a:tc>
                  <a:txBody>
                    <a:bodyPr/>
                    <a:lstStyle/>
                    <a:p>
                      <a:r>
                        <a:rPr kumimoji="1" lang="ja-JP" altLang="en-US" dirty="0"/>
                        <a:t>水準</a:t>
                      </a:r>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1698225093"/>
                  </a:ext>
                </a:extLst>
              </a:tr>
              <a:tr h="370840">
                <a:tc>
                  <a:txBody>
                    <a:bodyPr/>
                    <a:lstStyle/>
                    <a:p>
                      <a:r>
                        <a:rPr kumimoji="1" lang="ja-JP" altLang="en-US" b="1" dirty="0"/>
                        <a:t>人格設定</a:t>
                      </a:r>
                    </a:p>
                  </a:txBody>
                  <a:tcPr>
                    <a:solidFill>
                      <a:schemeClr val="bg1"/>
                    </a:solidFill>
                  </a:tcPr>
                </a:tc>
                <a:tc>
                  <a:txBody>
                    <a:bodyPr/>
                    <a:lstStyle/>
                    <a:p>
                      <a:r>
                        <a:rPr kumimoji="1" lang="ja-JP" altLang="en-US" b="1" dirty="0"/>
                        <a:t>人格設定なし</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b="1" dirty="0">
                          <a:solidFill>
                            <a:srgbClr val="000000"/>
                          </a:solidFill>
                          <a:latin typeface="+mn-ea"/>
                        </a:rPr>
                        <a:t>ISTJ </a:t>
                      </a:r>
                      <a:r>
                        <a:rPr lang="ja-JP" altLang="en-US" b="1" dirty="0">
                          <a:solidFill>
                            <a:srgbClr val="000000"/>
                          </a:solidFill>
                          <a:latin typeface="+mn-ea"/>
                        </a:rPr>
                        <a:t>から</a:t>
                      </a:r>
                      <a:r>
                        <a:rPr lang="en-US" altLang="ja-JP" b="1" dirty="0">
                          <a:solidFill>
                            <a:srgbClr val="000000"/>
                          </a:solidFill>
                          <a:latin typeface="+mn-ea"/>
                        </a:rPr>
                        <a:t>ENFP </a:t>
                      </a:r>
                      <a:r>
                        <a:rPr lang="ja-JP" altLang="en-US" b="1" dirty="0">
                          <a:solidFill>
                            <a:srgbClr val="000000"/>
                          </a:solidFill>
                          <a:latin typeface="+mn-ea"/>
                        </a:rPr>
                        <a:t>への人格切り替え</a:t>
                      </a:r>
                      <a:endParaRPr lang="en-US" altLang="ja-JP" b="1" dirty="0">
                        <a:solidFill>
                          <a:srgbClr val="000000"/>
                        </a:solidFill>
                        <a:latin typeface="+mn-ea"/>
                      </a:endParaRPr>
                    </a:p>
                  </a:txBody>
                  <a:tcPr>
                    <a:solidFill>
                      <a:schemeClr val="bg1"/>
                    </a:solidFill>
                  </a:tcPr>
                </a:tc>
                <a:tc>
                  <a:txBody>
                    <a:bodyPr/>
                    <a:lstStyle/>
                    <a:p>
                      <a:r>
                        <a:rPr lang="en-US" altLang="ja-JP" b="1" dirty="0">
                          <a:solidFill>
                            <a:srgbClr val="000000"/>
                          </a:solidFill>
                          <a:latin typeface="+mn-ea"/>
                        </a:rPr>
                        <a:t>ENFP </a:t>
                      </a:r>
                      <a:r>
                        <a:rPr lang="ja-JP" altLang="en-US" b="1" dirty="0">
                          <a:solidFill>
                            <a:srgbClr val="000000"/>
                          </a:solidFill>
                          <a:latin typeface="+mn-ea"/>
                        </a:rPr>
                        <a:t>から </a:t>
                      </a:r>
                      <a:r>
                        <a:rPr lang="en-US" altLang="ja-JP" b="1" dirty="0">
                          <a:solidFill>
                            <a:srgbClr val="000000"/>
                          </a:solidFill>
                          <a:latin typeface="+mn-ea"/>
                        </a:rPr>
                        <a:t>ISTJ </a:t>
                      </a:r>
                      <a:r>
                        <a:rPr lang="ja-JP" altLang="en-US" b="1" dirty="0">
                          <a:solidFill>
                            <a:srgbClr val="000000"/>
                          </a:solidFill>
                          <a:latin typeface="+mn-ea"/>
                        </a:rPr>
                        <a:t>への人格切り替え</a:t>
                      </a:r>
                      <a:endParaRPr kumimoji="1" lang="ja-JP" altLang="en-US" dirty="0"/>
                    </a:p>
                  </a:txBody>
                  <a:tcPr>
                    <a:solidFill>
                      <a:schemeClr val="bg1"/>
                    </a:solidFill>
                  </a:tcPr>
                </a:tc>
                <a:extLst>
                  <a:ext uri="{0D108BD9-81ED-4DB2-BD59-A6C34878D82A}">
                    <a16:rowId xmlns:a16="http://schemas.microsoft.com/office/drawing/2014/main" val="3580523640"/>
                  </a:ext>
                </a:extLst>
              </a:tr>
            </a:tbl>
          </a:graphicData>
        </a:graphic>
      </p:graphicFrame>
    </p:spTree>
    <p:extLst>
      <p:ext uri="{BB962C8B-B14F-4D97-AF65-F5344CB8AC3E}">
        <p14:creationId xmlns:p14="http://schemas.microsoft.com/office/powerpoint/2010/main" val="2208630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76DC85-BD27-9880-292A-B89A095E461B}"/>
            </a:ext>
          </a:extLst>
        </p:cNvPr>
        <p:cNvGrpSpPr/>
        <p:nvPr/>
      </p:nvGrpSpPr>
      <p:grpSpPr>
        <a:xfrm>
          <a:off x="0" y="0"/>
          <a:ext cx="0" cy="0"/>
          <a:chOff x="0" y="0"/>
          <a:chExt cx="0" cy="0"/>
        </a:xfrm>
      </p:grpSpPr>
      <p:sp>
        <p:nvSpPr>
          <p:cNvPr id="18" name="スライド番号プレースホルダー 17">
            <a:extLst>
              <a:ext uri="{FF2B5EF4-FFF2-40B4-BE49-F238E27FC236}">
                <a16:creationId xmlns:a16="http://schemas.microsoft.com/office/drawing/2014/main" id="{268D2540-B469-2CAF-8EC5-2B036B4FDDF2}"/>
              </a:ext>
            </a:extLst>
          </p:cNvPr>
          <p:cNvSpPr>
            <a:spLocks noGrp="1"/>
          </p:cNvSpPr>
          <p:nvPr>
            <p:ph type="sldNum" sz="quarter" idx="12"/>
          </p:nvPr>
        </p:nvSpPr>
        <p:spPr/>
        <p:txBody>
          <a:bodyPr/>
          <a:lstStyle/>
          <a:p>
            <a:fld id="{18020408-E1FF-429E-A8D5-EB2A190A0D77}" type="slidenum">
              <a:rPr kumimoji="1" lang="ja-JP" altLang="en-US" smtClean="0"/>
              <a:t>25</a:t>
            </a:fld>
            <a:endParaRPr kumimoji="1" lang="ja-JP" altLang="en-US"/>
          </a:p>
        </p:txBody>
      </p:sp>
      <p:sp>
        <p:nvSpPr>
          <p:cNvPr id="5" name="タイトル 4">
            <a:extLst>
              <a:ext uri="{FF2B5EF4-FFF2-40B4-BE49-F238E27FC236}">
                <a16:creationId xmlns:a16="http://schemas.microsoft.com/office/drawing/2014/main" id="{28616FCD-02DC-E742-11F9-AFA0ADCE307A}"/>
              </a:ext>
            </a:extLst>
          </p:cNvPr>
          <p:cNvSpPr>
            <a:spLocks noGrp="1"/>
          </p:cNvSpPr>
          <p:nvPr>
            <p:ph type="title"/>
          </p:nvPr>
        </p:nvSpPr>
        <p:spPr/>
        <p:txBody>
          <a:bodyPr>
            <a:noAutofit/>
          </a:bodyPr>
          <a:lstStyle/>
          <a:p>
            <a:r>
              <a:rPr lang="ja-JP" altLang="en-US" sz="3600" b="1" dirty="0">
                <a:solidFill>
                  <a:schemeClr val="bg1"/>
                </a:solidFill>
                <a:latin typeface="+mn-ea"/>
                <a:ea typeface="+mn-ea"/>
              </a:rPr>
              <a:t>実験方法</a:t>
            </a:r>
          </a:p>
        </p:txBody>
      </p:sp>
      <p:sp>
        <p:nvSpPr>
          <p:cNvPr id="15" name="テキスト ボックス 14">
            <a:extLst>
              <a:ext uri="{FF2B5EF4-FFF2-40B4-BE49-F238E27FC236}">
                <a16:creationId xmlns:a16="http://schemas.microsoft.com/office/drawing/2014/main" id="{D53C08DE-CC85-DA91-21FB-D52833AA0AB4}"/>
              </a:ext>
            </a:extLst>
          </p:cNvPr>
          <p:cNvSpPr txBox="1"/>
          <p:nvPr/>
        </p:nvSpPr>
        <p:spPr>
          <a:xfrm>
            <a:off x="266991" y="1516938"/>
            <a:ext cx="8610017" cy="4401205"/>
          </a:xfrm>
          <a:prstGeom prst="rect">
            <a:avLst/>
          </a:prstGeom>
          <a:noFill/>
        </p:spPr>
        <p:txBody>
          <a:bodyPr wrap="square">
            <a:noAutofit/>
          </a:bodyPr>
          <a:lstStyle/>
          <a:p>
            <a:pPr algn="l" rtl="0" fontAlgn="base">
              <a:lnSpc>
                <a:spcPts val="24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実験目的</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lang="ja-JP" altLang="en-US" sz="2000" b="1" dirty="0"/>
              <a:t>対話に行き詰まった際の人格切り替えがエージェントに対する印象に与える影響を調査</a:t>
            </a:r>
            <a:endParaRPr lang="en-US" altLang="ja-JP" b="0" i="0" dirty="0">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dirty="0">
              <a:solidFill>
                <a:srgbClr val="000000"/>
              </a:solidFill>
              <a:latin typeface="Meiryo UI" panose="020B0604030504040204" pitchFamily="50" charset="-128"/>
              <a:ea typeface="Meiryo UI" panose="020B0604030504040204" pitchFamily="50" charset="-128"/>
            </a:endParaRPr>
          </a:p>
          <a:p>
            <a:pPr algn="l" rtl="0" fontAlgn="base">
              <a:lnSpc>
                <a:spcPts val="2100"/>
              </a:lnSpc>
              <a:buNone/>
            </a:pP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実験条件</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fontAlgn="base">
              <a:lnSpc>
                <a:spcPts val="1875"/>
              </a:lnSpc>
              <a:spcAft>
                <a:spcPts val="1200"/>
              </a:spcAft>
            </a:pPr>
            <a:r>
              <a:rPr lang="ja-JP" altLang="en-US" b="1" dirty="0">
                <a:solidFill>
                  <a:srgbClr val="000000"/>
                </a:solidFill>
                <a:latin typeface="+mn-ea"/>
                <a:ea typeface="Yu Gothic" panose="020B0400000000000000" pitchFamily="50" charset="-128"/>
              </a:rPr>
              <a:t>人格の異なる</a:t>
            </a:r>
            <a:r>
              <a:rPr lang="en-US" altLang="ja-JP" b="1" dirty="0">
                <a:solidFill>
                  <a:srgbClr val="000000"/>
                </a:solidFill>
                <a:latin typeface="+mn-ea"/>
                <a:ea typeface="Yu Gothic" panose="020B0400000000000000" pitchFamily="50" charset="-128"/>
              </a:rPr>
              <a:t>3</a:t>
            </a:r>
            <a:r>
              <a:rPr lang="ja-JP" altLang="en-US" b="1" dirty="0">
                <a:solidFill>
                  <a:srgbClr val="000000"/>
                </a:solidFill>
                <a:latin typeface="+mn-ea"/>
                <a:ea typeface="Yu Gothic" panose="020B0400000000000000" pitchFamily="50" charset="-128"/>
              </a:rPr>
              <a:t>つの</a:t>
            </a:r>
            <a:r>
              <a:rPr lang="ja-JP" altLang="en-US" b="1" dirty="0">
                <a:latin typeface="+mn-ea"/>
                <a:ea typeface="Yu Gothic" panose="020B0400000000000000" pitchFamily="50" charset="-128"/>
              </a:rPr>
              <a:t>条件</a:t>
            </a:r>
            <a:r>
              <a:rPr lang="en-US" altLang="ja-JP" dirty="0">
                <a:solidFill>
                  <a:srgbClr val="000000"/>
                </a:solidFill>
                <a:latin typeface="Yu Gothic" panose="020B0400000000000000" pitchFamily="50" charset="-128"/>
                <a:ea typeface="Meiryo UI" panose="020B0604030504040204" pitchFamily="50" charset="-128"/>
              </a:rPr>
              <a:t>​</a:t>
            </a:r>
            <a:endParaRPr lang="en-US" altLang="ja-JP" b="1" dirty="0">
              <a:solidFill>
                <a:srgbClr val="000000"/>
              </a:solidFill>
              <a:latin typeface="Meiryo UI" panose="020B0604030504040204" pitchFamily="50" charset="-128"/>
              <a:ea typeface="Yu Gothic" panose="020B0400000000000000" pitchFamily="50" charset="-128"/>
            </a:endParaRPr>
          </a:p>
          <a:p>
            <a:pPr marL="285750" indent="-285750" fontAlgn="base">
              <a:lnSpc>
                <a:spcPts val="1875"/>
              </a:lnSpc>
              <a:spcAft>
                <a:spcPts val="1200"/>
              </a:spcAft>
              <a:buFont typeface="Arial" panose="020B0604020202020204" pitchFamily="34" charset="0"/>
              <a:buChar char="•"/>
            </a:pPr>
            <a:r>
              <a:rPr lang="ja-JP" altLang="en-US" b="1" dirty="0">
                <a:solidFill>
                  <a:srgbClr val="000000"/>
                </a:solidFill>
                <a:latin typeface="+mn-ea"/>
              </a:rPr>
              <a:t>人格設定なし</a:t>
            </a:r>
            <a:endParaRPr lang="en-US" altLang="ja-JP" b="1" dirty="0">
              <a:solidFill>
                <a:srgbClr val="000000"/>
              </a:solidFill>
              <a:latin typeface="+mn-ea"/>
            </a:endParaRPr>
          </a:p>
          <a:p>
            <a:pPr marL="285750" indent="-285750" fontAlgn="base">
              <a:lnSpc>
                <a:spcPts val="1875"/>
              </a:lnSpc>
              <a:spcAft>
                <a:spcPts val="1200"/>
              </a:spcAft>
              <a:buFont typeface="Arial" panose="020B0604020202020204" pitchFamily="34" charset="0"/>
              <a:buChar char="•"/>
            </a:pPr>
            <a:r>
              <a:rPr lang="en-US" altLang="ja-JP" b="1" dirty="0">
                <a:solidFill>
                  <a:srgbClr val="000000"/>
                </a:solidFill>
                <a:latin typeface="+mn-ea"/>
              </a:rPr>
              <a:t>ISTJ </a:t>
            </a:r>
            <a:r>
              <a:rPr lang="ja-JP" altLang="en-US" b="1" dirty="0">
                <a:solidFill>
                  <a:srgbClr val="000000"/>
                </a:solidFill>
                <a:latin typeface="+mn-ea"/>
              </a:rPr>
              <a:t>から</a:t>
            </a:r>
            <a:r>
              <a:rPr lang="en-US" altLang="ja-JP" b="1" dirty="0">
                <a:solidFill>
                  <a:srgbClr val="000000"/>
                </a:solidFill>
                <a:latin typeface="+mn-ea"/>
              </a:rPr>
              <a:t>ENFP </a:t>
            </a:r>
            <a:r>
              <a:rPr lang="ja-JP" altLang="en-US" b="1" dirty="0">
                <a:solidFill>
                  <a:srgbClr val="000000"/>
                </a:solidFill>
                <a:latin typeface="+mn-ea"/>
              </a:rPr>
              <a:t>への人格切り替え</a:t>
            </a:r>
            <a:endParaRPr lang="en-US" altLang="ja-JP" b="1" dirty="0">
              <a:solidFill>
                <a:srgbClr val="000000"/>
              </a:solidFill>
              <a:latin typeface="+mn-ea"/>
            </a:endParaRPr>
          </a:p>
          <a:p>
            <a:pPr marL="285750" indent="-285750" fontAlgn="base">
              <a:lnSpc>
                <a:spcPts val="1875"/>
              </a:lnSpc>
              <a:spcAft>
                <a:spcPts val="1200"/>
              </a:spcAft>
              <a:buFont typeface="Arial" panose="020B0604020202020204" pitchFamily="34" charset="0"/>
              <a:buChar char="•"/>
            </a:pPr>
            <a:r>
              <a:rPr lang="en-US" altLang="ja-JP" b="1" dirty="0">
                <a:solidFill>
                  <a:srgbClr val="000000"/>
                </a:solidFill>
                <a:latin typeface="+mn-ea"/>
              </a:rPr>
              <a:t>ENFP </a:t>
            </a:r>
            <a:r>
              <a:rPr lang="ja-JP" altLang="en-US" b="1" dirty="0">
                <a:solidFill>
                  <a:srgbClr val="000000"/>
                </a:solidFill>
                <a:latin typeface="+mn-ea"/>
              </a:rPr>
              <a:t>から </a:t>
            </a:r>
            <a:r>
              <a:rPr lang="en-US" altLang="ja-JP" b="1" dirty="0">
                <a:solidFill>
                  <a:srgbClr val="000000"/>
                </a:solidFill>
                <a:latin typeface="+mn-ea"/>
              </a:rPr>
              <a:t>ISTJ </a:t>
            </a:r>
            <a:r>
              <a:rPr lang="ja-JP" altLang="en-US" b="1" dirty="0">
                <a:solidFill>
                  <a:srgbClr val="000000"/>
                </a:solidFill>
                <a:latin typeface="+mn-ea"/>
              </a:rPr>
              <a:t>への人格切り替え</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sz="2000" b="1" dirty="0">
              <a:solidFill>
                <a:srgbClr val="1F4E79"/>
              </a:solidFill>
              <a:latin typeface="Meiryo UI" panose="020B0604030504040204" pitchFamily="50" charset="-128"/>
              <a:ea typeface="Yu Gothic" panose="020B0400000000000000" pitchFamily="50" charset="-128"/>
            </a:endParaRPr>
          </a:p>
          <a:p>
            <a:pPr algn="l" rtl="0" fontAlgn="base">
              <a:lnSpc>
                <a:spcPts val="2400"/>
              </a:lnSpc>
              <a:buNone/>
            </a:pPr>
            <a:r>
              <a:rPr lang="ja-JP" altLang="ja-JP" sz="2000" b="1" i="0" u="none" strike="noStrike" dirty="0">
                <a:solidFill>
                  <a:srgbClr val="1F4E79"/>
                </a:solidFill>
                <a:effectLst/>
                <a:latin typeface="Meiryo UI" panose="020B0604030504040204" pitchFamily="50" charset="-128"/>
                <a:ea typeface="Yu Gothic" panose="020B0400000000000000" pitchFamily="50" charset="-128"/>
              </a:rPr>
              <a:t>実</a:t>
            </a:r>
            <a:r>
              <a:rPr lang="ja-JP" altLang="ja-JP" sz="2000" b="1" i="0" u="none" strike="noStrike" dirty="0">
                <a:solidFill>
                  <a:schemeClr val="accent1"/>
                </a:solidFill>
                <a:effectLst/>
                <a:latin typeface="Meiryo UI" panose="020B0604030504040204" pitchFamily="50" charset="-128"/>
                <a:ea typeface="Yu Gothic" panose="020B0400000000000000" pitchFamily="50" charset="-128"/>
              </a:rPr>
              <a:t>施方法</a:t>
            </a:r>
            <a:r>
              <a:rPr lang="en-US" altLang="ja-JP" sz="20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クラウドソーシングを利用した</a:t>
            </a:r>
            <a:r>
              <a:rPr lang="en-US" altLang="ja-JP" sz="1800" b="1" i="0" u="none" strike="noStrike" dirty="0">
                <a:solidFill>
                  <a:srgbClr val="000000"/>
                </a:solidFill>
                <a:effectLst/>
                <a:latin typeface="Yu Gothic" panose="020B0400000000000000" pitchFamily="50" charset="-128"/>
                <a:ea typeface="Meiryo UI" panose="020B0604030504040204" pitchFamily="50" charset="-128"/>
              </a:rPr>
              <a:t>Web</a:t>
            </a: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実験</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ja-JP" altLang="ja-JP" sz="1800" b="1" i="0" u="none" strike="noStrike" dirty="0">
                <a:solidFill>
                  <a:srgbClr val="000000"/>
                </a:solidFill>
                <a:effectLst/>
                <a:latin typeface="Meiryo UI" panose="020B0604030504040204" pitchFamily="50" charset="-128"/>
                <a:ea typeface="Yu Gothic" panose="020B0400000000000000" pitchFamily="50" charset="-128"/>
              </a:rPr>
              <a:t>参加者間配置で実施</a:t>
            </a: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8208479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17A4129-E295-FEA3-3D42-DAEE5BA089A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6A13F19-53C2-6137-E582-4D7FEB541365}"/>
              </a:ext>
            </a:extLst>
          </p:cNvPr>
          <p:cNvSpPr>
            <a:spLocks noGrp="1"/>
          </p:cNvSpPr>
          <p:nvPr>
            <p:ph type="sldNum" sz="quarter" idx="12"/>
          </p:nvPr>
        </p:nvSpPr>
        <p:spPr/>
        <p:txBody>
          <a:bodyPr>
            <a:noAutofit/>
          </a:bodyPr>
          <a:lstStyle/>
          <a:p>
            <a:fld id="{18020408-E1FF-429E-A8D5-EB2A190A0D77}" type="slidenum">
              <a:rPr kumimoji="1" lang="ja-JP" altLang="en-US" smtClean="0"/>
              <a:t>26</a:t>
            </a:fld>
            <a:endParaRPr kumimoji="1" lang="ja-JP" altLang="en-US"/>
          </a:p>
        </p:txBody>
      </p:sp>
      <p:sp>
        <p:nvSpPr>
          <p:cNvPr id="5" name="タイトル 4">
            <a:extLst>
              <a:ext uri="{FF2B5EF4-FFF2-40B4-BE49-F238E27FC236}">
                <a16:creationId xmlns:a16="http://schemas.microsoft.com/office/drawing/2014/main" id="{C7C72EDF-B2F9-0CA7-BDA8-F4742B41210C}"/>
              </a:ext>
            </a:extLst>
          </p:cNvPr>
          <p:cNvSpPr>
            <a:spLocks noGrp="1"/>
          </p:cNvSpPr>
          <p:nvPr>
            <p:ph type="title"/>
          </p:nvPr>
        </p:nvSpPr>
        <p:spPr/>
        <p:txBody>
          <a:bodyPr>
            <a:noAutofit/>
          </a:bodyPr>
          <a:lstStyle/>
          <a:p>
            <a:r>
              <a:rPr lang="ja-JP" altLang="en-US" sz="3600" b="1" dirty="0">
                <a:solidFill>
                  <a:schemeClr val="bg1"/>
                </a:solidFill>
                <a:latin typeface="+mn-ea"/>
                <a:ea typeface="+mn-ea"/>
              </a:rPr>
              <a:t>提示する対話の内容</a:t>
            </a:r>
          </a:p>
        </p:txBody>
      </p:sp>
      <p:sp>
        <p:nvSpPr>
          <p:cNvPr id="15" name="テキスト ボックス 14">
            <a:extLst>
              <a:ext uri="{FF2B5EF4-FFF2-40B4-BE49-F238E27FC236}">
                <a16:creationId xmlns:a16="http://schemas.microsoft.com/office/drawing/2014/main" id="{5995AF16-80BC-C7C2-699B-95403914DD85}"/>
              </a:ext>
            </a:extLst>
          </p:cNvPr>
          <p:cNvSpPr txBox="1"/>
          <p:nvPr/>
        </p:nvSpPr>
        <p:spPr>
          <a:xfrm>
            <a:off x="266991" y="1516938"/>
            <a:ext cx="8610017" cy="4639732"/>
          </a:xfrm>
          <a:prstGeom prst="rect">
            <a:avLst/>
          </a:prstGeom>
          <a:noFill/>
        </p:spPr>
        <p:txBody>
          <a:bodyPr wrap="square">
            <a:noAutofit/>
          </a:bodyPr>
          <a:lstStyle/>
          <a:p>
            <a:pPr fontAlgn="base">
              <a:lnSpc>
                <a:spcPts val="2400"/>
              </a:lnSpc>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概要</a:t>
            </a:r>
            <a:br>
              <a:rPr lang="en-US" altLang="ja-JP" sz="2000" b="1" i="0" u="none" strike="noStrike" dirty="0">
                <a:solidFill>
                  <a:schemeClr val="accent1"/>
                </a:solidFill>
                <a:effectLst/>
                <a:latin typeface="Meiryo UI" panose="020B0604030504040204" pitchFamily="50" charset="-128"/>
                <a:ea typeface="Yu Gothic" panose="020B0400000000000000" pitchFamily="50" charset="-128"/>
              </a:rPr>
            </a:br>
            <a:r>
              <a:rPr lang="ja-JP" altLang="en-US" sz="2000" b="1" dirty="0">
                <a:latin typeface="Meiryo UI" panose="020B0604030504040204" pitchFamily="50" charset="-128"/>
                <a:ea typeface="Yu Gothic" panose="020B0400000000000000" pitchFamily="50" charset="-128"/>
              </a:rPr>
              <a:t>エージェントに画像生成を指示し，不備により対話に行き詰まりセッションを切り替える場面</a:t>
            </a:r>
            <a:endParaRPr lang="en-US" altLang="ja-JP" sz="2000" b="1" i="0" u="none" strike="noStrike" dirty="0">
              <a:effectLst/>
              <a:latin typeface="Meiryo UI" panose="020B0604030504040204" pitchFamily="50" charset="-128"/>
              <a:ea typeface="Yu Gothic" panose="020B0400000000000000" pitchFamily="50" charset="-128"/>
            </a:endParaRPr>
          </a:p>
          <a:p>
            <a:pPr algn="l" rtl="0" fontAlgn="base">
              <a:lnSpc>
                <a:spcPts val="2400"/>
              </a:lnSpc>
              <a:buNone/>
            </a:pPr>
            <a:endParaRPr lang="en-US" altLang="ja-JP" sz="2000" b="1" dirty="0">
              <a:solidFill>
                <a:schemeClr val="accent1"/>
              </a:solidFill>
              <a:latin typeface="Meiryo UI" panose="020B0604030504040204" pitchFamily="50" charset="-128"/>
              <a:ea typeface="Yu Gothic" panose="020B0400000000000000" pitchFamily="50" charset="-128"/>
            </a:endParaRPr>
          </a:p>
          <a:p>
            <a:pPr algn="l" rtl="0" fontAlgn="base">
              <a:lnSpc>
                <a:spcPts val="2400"/>
              </a:lnSpc>
              <a:buNone/>
            </a:pPr>
            <a:r>
              <a:rPr lang="ja-JP" altLang="en-US" sz="2000" b="1" i="0" u="none" strike="noStrike" dirty="0">
                <a:solidFill>
                  <a:schemeClr val="accent1"/>
                </a:solidFill>
                <a:effectLst/>
                <a:latin typeface="Meiryo UI" panose="020B0604030504040204" pitchFamily="50" charset="-128"/>
                <a:ea typeface="Yu Gothic" panose="020B0400000000000000" pitchFamily="50" charset="-128"/>
              </a:rPr>
              <a:t>作成方法</a:t>
            </a:r>
            <a:endParaRPr lang="en-US" altLang="ja-JP" sz="2000" b="1" i="0" u="none" strike="noStrike" dirty="0">
              <a:solidFill>
                <a:schemeClr val="accent1"/>
              </a:solidFill>
              <a:effectLst/>
              <a:latin typeface="Meiryo UI" panose="020B0604030504040204" pitchFamily="50" charset="-128"/>
              <a:ea typeface="Yu Gothic" panose="020B0400000000000000" pitchFamily="50" charset="-128"/>
            </a:endParaRPr>
          </a:p>
          <a:p>
            <a:r>
              <a:rPr kumimoji="1" lang="ja-JP" altLang="en-US" sz="2000" b="1" dirty="0">
                <a:latin typeface="+mn-ea"/>
              </a:rPr>
              <a:t>・</a:t>
            </a:r>
            <a:r>
              <a:rPr kumimoji="1" lang="en-US" altLang="ja-JP" sz="2000" b="1" dirty="0">
                <a:latin typeface="+mn-ea"/>
              </a:rPr>
              <a:t>Gemini 2.5 Flash Image </a:t>
            </a:r>
            <a:r>
              <a:rPr kumimoji="1" lang="ja-JP" altLang="en-US" sz="2000" b="1" dirty="0">
                <a:latin typeface="+mn-ea"/>
              </a:rPr>
              <a:t>と </a:t>
            </a:r>
            <a:r>
              <a:rPr kumimoji="1" lang="en-US" altLang="ja-JP" sz="2000" b="1" dirty="0">
                <a:latin typeface="+mn-ea"/>
              </a:rPr>
              <a:t>GPT-5</a:t>
            </a:r>
            <a:r>
              <a:rPr kumimoji="1" lang="ja-JP" altLang="en-US" sz="2000" b="1" dirty="0">
                <a:latin typeface="+mn-ea"/>
              </a:rPr>
              <a:t>を使用</a:t>
            </a:r>
            <a:endParaRPr kumimoji="1" lang="en-US" altLang="ja-JP" sz="2000" b="1" dirty="0">
              <a:latin typeface="+mn-ea"/>
            </a:endParaRPr>
          </a:p>
          <a:p>
            <a:endParaRPr kumimoji="1" lang="en-US" altLang="ja-JP" sz="2000" b="1" dirty="0">
              <a:latin typeface="+mn-ea"/>
            </a:endParaRPr>
          </a:p>
          <a:p>
            <a:pPr>
              <a:lnSpc>
                <a:spcPct val="150000"/>
              </a:lnSpc>
            </a:pPr>
            <a:r>
              <a:rPr kumimoji="1" lang="ja-JP" altLang="en-US" sz="2000" b="1" dirty="0">
                <a:latin typeface="+mn-ea"/>
              </a:rPr>
              <a:t>　・</a:t>
            </a:r>
            <a:r>
              <a:rPr kumimoji="1" lang="ja-JP" altLang="en-US" sz="2000" b="1" dirty="0"/>
              <a:t>人格設定なし水準</a:t>
            </a:r>
            <a:endParaRPr kumimoji="1" lang="en-US" altLang="ja-JP" sz="2000" b="1" dirty="0"/>
          </a:p>
          <a:p>
            <a:pPr>
              <a:lnSpc>
                <a:spcPct val="150000"/>
              </a:lnSpc>
            </a:pPr>
            <a:r>
              <a:rPr kumimoji="1" lang="ja-JP" altLang="en-US" sz="2000" b="1" dirty="0">
                <a:sym typeface="Wingdings" panose="05000000000000000000" pitchFamily="2" charset="2"/>
              </a:rPr>
              <a:t>　　</a:t>
            </a:r>
            <a:r>
              <a:rPr kumimoji="1" lang="en-US" altLang="ja-JP" sz="2000" b="1" dirty="0">
                <a:sym typeface="Wingdings" panose="05000000000000000000" pitchFamily="2" charset="2"/>
              </a:rPr>
              <a:t>Gemini 2.5 Flash Image</a:t>
            </a:r>
            <a:r>
              <a:rPr kumimoji="1" lang="ja-JP" altLang="en-US" sz="2000" b="1" dirty="0">
                <a:sym typeface="Wingdings" panose="05000000000000000000" pitchFamily="2" charset="2"/>
              </a:rPr>
              <a:t>の出力結果をそのまま用いる</a:t>
            </a:r>
            <a:endParaRPr kumimoji="1" lang="en-US" altLang="ja-JP" sz="2000" b="1" dirty="0">
              <a:sym typeface="Wingdings" panose="05000000000000000000" pitchFamily="2" charset="2"/>
            </a:endParaRPr>
          </a:p>
          <a:p>
            <a:pPr>
              <a:lnSpc>
                <a:spcPct val="150000"/>
              </a:lnSpc>
            </a:pPr>
            <a:r>
              <a:rPr kumimoji="1" lang="ja-JP" altLang="en-US" sz="2000" b="1" dirty="0">
                <a:latin typeface="+mn-ea"/>
              </a:rPr>
              <a:t>　・</a:t>
            </a:r>
            <a:r>
              <a:rPr kumimoji="1" lang="en-US" altLang="ja-JP" sz="2000" b="1" dirty="0">
                <a:latin typeface="+mn-ea"/>
              </a:rPr>
              <a:t>MBTI</a:t>
            </a:r>
            <a:r>
              <a:rPr kumimoji="1" lang="ja-JP" altLang="en-US" sz="2000" b="1" dirty="0">
                <a:latin typeface="+mn-ea"/>
              </a:rPr>
              <a:t>特性を付与する</a:t>
            </a:r>
            <a:r>
              <a:rPr kumimoji="1" lang="en-US" altLang="ja-JP" sz="2000" b="1" dirty="0">
                <a:latin typeface="+mn-ea"/>
              </a:rPr>
              <a:t>2</a:t>
            </a:r>
            <a:r>
              <a:rPr kumimoji="1" lang="ja-JP" altLang="en-US" sz="2000" b="1" dirty="0">
                <a:latin typeface="+mn-ea"/>
              </a:rPr>
              <a:t>つの</a:t>
            </a:r>
            <a:r>
              <a:rPr kumimoji="1" lang="ja-JP" altLang="en-US" sz="2000" b="1" dirty="0"/>
              <a:t>水準</a:t>
            </a:r>
            <a:endParaRPr kumimoji="1" lang="en-US" altLang="ja-JP" sz="2000" b="1" dirty="0"/>
          </a:p>
          <a:p>
            <a:pPr>
              <a:lnSpc>
                <a:spcPct val="150000"/>
              </a:lnSpc>
            </a:pPr>
            <a:r>
              <a:rPr kumimoji="1" lang="ja-JP" altLang="en-US" sz="2000" b="1" dirty="0">
                <a:solidFill>
                  <a:srgbClr val="000000"/>
                </a:solidFill>
                <a:latin typeface="Meiryo UI" panose="020B0604030504040204" pitchFamily="50" charset="-128"/>
                <a:ea typeface="Meiryo UI" panose="020B0604030504040204" pitchFamily="50" charset="-128"/>
              </a:rPr>
              <a:t>　　　</a:t>
            </a:r>
            <a:r>
              <a:rPr kumimoji="1" lang="en-US" altLang="ja-JP" sz="2000" b="1" dirty="0">
                <a:solidFill>
                  <a:srgbClr val="000000"/>
                </a:solidFill>
                <a:latin typeface="Meiryo UI" panose="020B0604030504040204" pitchFamily="50" charset="-128"/>
                <a:ea typeface="Meiryo UI" panose="020B0604030504040204" pitchFamily="50" charset="-128"/>
                <a:sym typeface="Wingdings" panose="05000000000000000000" pitchFamily="2" charset="2"/>
              </a:rPr>
              <a:t></a:t>
            </a:r>
            <a:r>
              <a:rPr kumimoji="1" lang="ja-JP" altLang="en-US" sz="2000" b="1" dirty="0">
                <a:solidFill>
                  <a:srgbClr val="000000"/>
                </a:solidFill>
                <a:latin typeface="+mn-ea"/>
                <a:sym typeface="Wingdings" panose="05000000000000000000" pitchFamily="2" charset="2"/>
              </a:rPr>
              <a:t>上記</a:t>
            </a:r>
            <a:r>
              <a:rPr kumimoji="1" lang="ja-JP" altLang="en-US" sz="2000" b="1" dirty="0">
                <a:sym typeface="Wingdings" panose="05000000000000000000" pitchFamily="2" charset="2"/>
              </a:rPr>
              <a:t>の出力結果を</a:t>
            </a:r>
            <a:r>
              <a:rPr kumimoji="1" lang="en-US" altLang="ja-JP" sz="2000" b="1" dirty="0">
                <a:sym typeface="Wingdings" panose="05000000000000000000" pitchFamily="2" charset="2"/>
              </a:rPr>
              <a:t>GPT-5</a:t>
            </a:r>
            <a:r>
              <a:rPr kumimoji="1" lang="ja-JP" altLang="en-US" sz="2000" b="1" dirty="0">
                <a:sym typeface="Wingdings" panose="05000000000000000000" pitchFamily="2" charset="2"/>
              </a:rPr>
              <a:t>で</a:t>
            </a:r>
            <a:r>
              <a:rPr kumimoji="1" lang="en-US" altLang="ja-JP" sz="2000" b="1" dirty="0">
                <a:sym typeface="Wingdings" panose="05000000000000000000" pitchFamily="2" charset="2"/>
              </a:rPr>
              <a:t>MBTI</a:t>
            </a:r>
            <a:r>
              <a:rPr kumimoji="1" lang="ja-JP" altLang="en-US" sz="2000" b="1" dirty="0">
                <a:sym typeface="Wingdings" panose="05000000000000000000" pitchFamily="2" charset="2"/>
              </a:rPr>
              <a:t>特性に沿った口調に置き換える</a:t>
            </a:r>
            <a:endParaRPr lang="en-US" altLang="ja-JP" sz="2000" dirty="0">
              <a:solidFill>
                <a:srgbClr val="000000"/>
              </a:solidFill>
              <a:latin typeface="Meiryo UI" panose="020B0604030504040204" pitchFamily="50" charset="-128"/>
              <a:ea typeface="Meiryo UI" panose="020B0604030504040204" pitchFamily="50" charset="-128"/>
            </a:endParaRPr>
          </a:p>
          <a:p>
            <a:endParaRPr lang="en-US" altLang="ja-JP" b="0" i="0" dirty="0">
              <a:solidFill>
                <a:srgbClr val="000000"/>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15994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B63D97A-AC04-684A-2607-24EF8DB2C804}"/>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7D1DC8F9-3DB2-1A3E-9FF1-868200C61BB2}"/>
              </a:ext>
            </a:extLst>
          </p:cNvPr>
          <p:cNvSpPr>
            <a:spLocks noGrp="1"/>
          </p:cNvSpPr>
          <p:nvPr>
            <p:ph type="sldNum" sz="quarter" idx="12"/>
          </p:nvPr>
        </p:nvSpPr>
        <p:spPr/>
        <p:txBody>
          <a:bodyPr>
            <a:noAutofit/>
          </a:bodyPr>
          <a:lstStyle/>
          <a:p>
            <a:fld id="{18020408-E1FF-429E-A8D5-EB2A190A0D77}" type="slidenum">
              <a:rPr kumimoji="1" lang="ja-JP" altLang="en-US" smtClean="0"/>
              <a:t>27</a:t>
            </a:fld>
            <a:endParaRPr kumimoji="1" lang="ja-JP" altLang="en-US"/>
          </a:p>
        </p:txBody>
      </p:sp>
      <p:sp>
        <p:nvSpPr>
          <p:cNvPr id="5" name="タイトル 4">
            <a:extLst>
              <a:ext uri="{FF2B5EF4-FFF2-40B4-BE49-F238E27FC236}">
                <a16:creationId xmlns:a16="http://schemas.microsoft.com/office/drawing/2014/main" id="{DAC1DCBB-6F01-EEB1-1E93-65FC1E769FED}"/>
              </a:ext>
            </a:extLst>
          </p:cNvPr>
          <p:cNvSpPr>
            <a:spLocks noGrp="1"/>
          </p:cNvSpPr>
          <p:nvPr>
            <p:ph type="title"/>
          </p:nvPr>
        </p:nvSpPr>
        <p:spPr/>
        <p:txBody>
          <a:bodyPr>
            <a:noAutofit/>
          </a:bodyPr>
          <a:lstStyle/>
          <a:p>
            <a:r>
              <a:rPr lang="en-US" altLang="ja-JP" sz="3600" dirty="0"/>
              <a:t>ISTJ</a:t>
            </a:r>
            <a:r>
              <a:rPr lang="ja-JP" altLang="en-US" sz="3600" b="1" dirty="0">
                <a:solidFill>
                  <a:schemeClr val="bg1"/>
                </a:solidFill>
                <a:latin typeface="+mn-ea"/>
                <a:ea typeface="+mn-ea"/>
              </a:rPr>
              <a:t>付与プロンプト</a:t>
            </a:r>
          </a:p>
        </p:txBody>
      </p:sp>
      <p:sp>
        <p:nvSpPr>
          <p:cNvPr id="15" name="テキスト ボックス 14">
            <a:extLst>
              <a:ext uri="{FF2B5EF4-FFF2-40B4-BE49-F238E27FC236}">
                <a16:creationId xmlns:a16="http://schemas.microsoft.com/office/drawing/2014/main" id="{C7BB3E1B-B887-F475-EBDF-5D90D30F4E56}"/>
              </a:ext>
            </a:extLst>
          </p:cNvPr>
          <p:cNvSpPr txBox="1"/>
          <p:nvPr/>
        </p:nvSpPr>
        <p:spPr>
          <a:xfrm>
            <a:off x="152149" y="1118210"/>
            <a:ext cx="4027031" cy="417902"/>
          </a:xfrm>
          <a:prstGeom prst="rect">
            <a:avLst/>
          </a:prstGeom>
          <a:noFill/>
        </p:spPr>
        <p:txBody>
          <a:bodyPr wrap="square">
            <a:noAutofit/>
          </a:bodyPr>
          <a:lstStyle/>
          <a:p>
            <a:pPr fontAlgn="base">
              <a:lnSpc>
                <a:spcPts val="2400"/>
              </a:lnSpc>
            </a:pPr>
            <a:endParaRPr lang="en-US" altLang="ja-JP" b="0" i="0" dirty="0">
              <a:solidFill>
                <a:srgbClr val="000000"/>
              </a:solidFill>
              <a:effectLst/>
              <a:latin typeface="+mn-ea"/>
            </a:endParaRPr>
          </a:p>
        </p:txBody>
      </p:sp>
      <p:sp>
        <p:nvSpPr>
          <p:cNvPr id="2" name="四角形: 角を丸くする 1">
            <a:extLst>
              <a:ext uri="{FF2B5EF4-FFF2-40B4-BE49-F238E27FC236}">
                <a16:creationId xmlns:a16="http://schemas.microsoft.com/office/drawing/2014/main" id="{8B4DECCE-E742-68BB-A1E6-32F9CF9D8EE2}"/>
              </a:ext>
            </a:extLst>
          </p:cNvPr>
          <p:cNvSpPr/>
          <p:nvPr/>
        </p:nvSpPr>
        <p:spPr>
          <a:xfrm>
            <a:off x="906087" y="3807228"/>
            <a:ext cx="7390016" cy="2986231"/>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kumimoji="1" lang="ja-JP" altLang="en-US"/>
          </a:p>
        </p:txBody>
      </p:sp>
      <p:sp>
        <p:nvSpPr>
          <p:cNvPr id="3" name="テキスト ボックス 2">
            <a:extLst>
              <a:ext uri="{FF2B5EF4-FFF2-40B4-BE49-F238E27FC236}">
                <a16:creationId xmlns:a16="http://schemas.microsoft.com/office/drawing/2014/main" id="{98155667-4A47-4B68-1E5B-C20CB66216E3}"/>
              </a:ext>
            </a:extLst>
          </p:cNvPr>
          <p:cNvSpPr txBox="1"/>
          <p:nvPr/>
        </p:nvSpPr>
        <p:spPr>
          <a:xfrm>
            <a:off x="2811483" y="3647510"/>
            <a:ext cx="2890262" cy="319436"/>
          </a:xfrm>
          <a:prstGeom prst="rect">
            <a:avLst/>
          </a:prstGeom>
          <a:solidFill>
            <a:schemeClr val="bg1"/>
          </a:solidFill>
        </p:spPr>
        <p:txBody>
          <a:bodyPr wrap="square">
            <a:noAutofit/>
          </a:bodyPr>
          <a:lstStyle/>
          <a:p>
            <a:r>
              <a:rPr lang="en-US" altLang="ja-JP" b="1" dirty="0">
                <a:solidFill>
                  <a:schemeClr val="accent1"/>
                </a:solidFill>
              </a:rPr>
              <a:t>ISTJ</a:t>
            </a:r>
            <a:r>
              <a:rPr lang="ja-JP" altLang="en-US" b="1" dirty="0">
                <a:solidFill>
                  <a:schemeClr val="accent1"/>
                </a:solidFill>
              </a:rPr>
              <a:t>付与のプロンプト要約</a:t>
            </a:r>
            <a:endParaRPr lang="ja-JP" altLang="en-US" dirty="0">
              <a:solidFill>
                <a:schemeClr val="accent1"/>
              </a:solidFill>
            </a:endParaRPr>
          </a:p>
        </p:txBody>
      </p:sp>
      <p:sp>
        <p:nvSpPr>
          <p:cNvPr id="4" name="テキスト ボックス 3">
            <a:extLst>
              <a:ext uri="{FF2B5EF4-FFF2-40B4-BE49-F238E27FC236}">
                <a16:creationId xmlns:a16="http://schemas.microsoft.com/office/drawing/2014/main" id="{5854E08C-3F94-516B-1B8F-AED80ECE1C9E}"/>
              </a:ext>
            </a:extLst>
          </p:cNvPr>
          <p:cNvSpPr txBox="1"/>
          <p:nvPr/>
        </p:nvSpPr>
        <p:spPr>
          <a:xfrm>
            <a:off x="4179180" y="4022509"/>
            <a:ext cx="4215803" cy="2555667"/>
          </a:xfrm>
          <a:prstGeom prst="rect">
            <a:avLst/>
          </a:prstGeom>
          <a:noFill/>
        </p:spPr>
        <p:txBody>
          <a:bodyPr wrap="square">
            <a:noAutofit/>
          </a:bodyPr>
          <a:lstStyle/>
          <a:p>
            <a:pPr marL="342900" indent="-255588">
              <a:spcBef>
                <a:spcPts val="300"/>
              </a:spcBef>
              <a:buFont typeface="+mj-lt"/>
              <a:buAutoNum type="arabicPeriod"/>
            </a:pPr>
            <a:r>
              <a:rPr kumimoji="1" lang="ja-JP" altLang="en-US" sz="1400" b="1" dirty="0">
                <a:latin typeface="+mn-ea"/>
              </a:rPr>
              <a:t>伝統，ルール，秩序を重んじる</a:t>
            </a:r>
            <a:endParaRPr kumimoji="1" lang="en-US" altLang="ja-JP" sz="1400" b="1" dirty="0">
              <a:latin typeface="+mn-ea"/>
            </a:endParaRPr>
          </a:p>
          <a:p>
            <a:pPr marL="342900" indent="-255588">
              <a:spcBef>
                <a:spcPts val="300"/>
              </a:spcBef>
              <a:buFont typeface="+mj-lt"/>
              <a:buAutoNum type="arabicPeriod"/>
            </a:pPr>
            <a:r>
              <a:rPr lang="ja-JP" altLang="en-US" sz="1400" b="1" dirty="0"/>
              <a:t>明確で簡潔な情報を好み，率直に伝達する</a:t>
            </a:r>
            <a:endParaRPr lang="en-US" altLang="ja-JP" sz="1400" b="1" dirty="0"/>
          </a:p>
          <a:p>
            <a:pPr marL="342900" indent="-255588">
              <a:spcBef>
                <a:spcPts val="300"/>
              </a:spcBef>
              <a:buFont typeface="+mj-lt"/>
              <a:buAutoNum type="arabicPeriod"/>
            </a:pPr>
            <a:r>
              <a:rPr lang="ja-JP" altLang="en-US" sz="1400" b="1" dirty="0"/>
              <a:t>効率，秩序，および結果に焦点を当て，感情的または感情表現豊かなスタイルではない</a:t>
            </a:r>
            <a:endParaRPr lang="en-US" altLang="ja-JP" sz="1400" b="1" dirty="0"/>
          </a:p>
          <a:p>
            <a:pPr marL="342900" indent="-255588">
              <a:spcBef>
                <a:spcPts val="300"/>
              </a:spcBef>
              <a:buFont typeface="+mj-lt"/>
              <a:buAutoNum type="arabicPeriod"/>
            </a:pPr>
            <a:r>
              <a:rPr lang="ja-JP" altLang="en-US" sz="1400" b="1" dirty="0"/>
              <a:t>系統的，分析的，詳細志向である</a:t>
            </a:r>
            <a:endParaRPr lang="en-US" altLang="ja-JP" sz="1400" b="1" dirty="0"/>
          </a:p>
          <a:p>
            <a:pPr marL="342900" indent="-255588">
              <a:spcBef>
                <a:spcPts val="300"/>
              </a:spcBef>
              <a:buFont typeface="+mj-lt"/>
              <a:buAutoNum type="arabicPeriod"/>
            </a:pPr>
            <a:r>
              <a:rPr lang="ja-JP" altLang="en-US" sz="1400" b="1" dirty="0"/>
              <a:t>感情表現は控えめだが，行動と信頼性を通じて配慮と献身を示す</a:t>
            </a:r>
            <a:endParaRPr lang="en-US" altLang="ja-JP" sz="1400" b="1" dirty="0"/>
          </a:p>
          <a:p>
            <a:pPr marL="342900" indent="-255588">
              <a:spcBef>
                <a:spcPts val="300"/>
              </a:spcBef>
              <a:buFont typeface="+mj-lt"/>
              <a:buAutoNum type="arabicPeriod"/>
            </a:pPr>
            <a:r>
              <a:rPr lang="ja-JP" altLang="en-US" sz="1400" b="1" dirty="0"/>
              <a:t>確立されたルーチンと構造に頼って対処する</a:t>
            </a:r>
            <a:endParaRPr lang="en-US" altLang="ja-JP" sz="1400" b="1" dirty="0"/>
          </a:p>
          <a:p>
            <a:pPr marL="342900" indent="-255588">
              <a:spcBef>
                <a:spcPts val="300"/>
              </a:spcBef>
              <a:buFont typeface="+mj-lt"/>
              <a:buAutoNum type="arabicPeriod"/>
            </a:pPr>
            <a:r>
              <a:rPr lang="ja-JP" altLang="en-US" sz="1400" b="1" dirty="0"/>
              <a:t>専門的な環境では信頼性、徹底性、実用的なアプローチ</a:t>
            </a:r>
          </a:p>
        </p:txBody>
      </p:sp>
      <p:sp>
        <p:nvSpPr>
          <p:cNvPr id="8" name="テキスト ボックス 7">
            <a:extLst>
              <a:ext uri="{FF2B5EF4-FFF2-40B4-BE49-F238E27FC236}">
                <a16:creationId xmlns:a16="http://schemas.microsoft.com/office/drawing/2014/main" id="{F2578B4F-8845-545D-9418-549F989EDEBB}"/>
              </a:ext>
            </a:extLst>
          </p:cNvPr>
          <p:cNvSpPr txBox="1"/>
          <p:nvPr/>
        </p:nvSpPr>
        <p:spPr>
          <a:xfrm>
            <a:off x="64654" y="1066782"/>
            <a:ext cx="9014691" cy="2492990"/>
          </a:xfrm>
          <a:prstGeom prst="rect">
            <a:avLst/>
          </a:prstGeom>
          <a:noFill/>
        </p:spPr>
        <p:txBody>
          <a:bodyPr wrap="square">
            <a:spAutoFit/>
          </a:bodyPr>
          <a:lstStyle/>
          <a:p>
            <a:pPr>
              <a:buNone/>
            </a:pPr>
            <a:r>
              <a:rPr lang="en-US" altLang="ja-JP" sz="650" b="1" kern="100" dirty="0">
                <a:effectLst/>
                <a:latin typeface="+mn-ea"/>
                <a:cs typeface="Times New Roman" panose="02020603050405020304" pitchFamily="18" charset="0"/>
              </a:rPr>
              <a:t>You are known for your practicality, responsibility, and dedication. You value traditions, rules, and order. You’re detail-oriented and prefer well-organized environments. Your approach to life and work is logical and methodical. You have a strong sense of duty and loyalty, often adhering to established systems and structures. You’re known for your reliability, hard work, and focus on efficiency. You prefer concrete facts over abstract concepts and make decisions based on empirical evidence and past experiences. You’re reserved and serious, valuing privacy and independence. Your communication is straightforward and honest, often focusing on practical matters. Communication Style: Your communication style is direct, factual, and detail-oriented. You prefer clear, concise information and communicate in a straightforward manner. You value honesty and integrity in communication and expect the same from others. You’re not inclined to engage in small talk or unnecessary discussions, focusing instead on relevant and practical topics. Your approach to communication is logical and organized, often planning your words carefully. You listen attentively and respond thoughtfully, ensuring your responses are well-considered and factual. You appreciate when others are equally direct and factual in their communication. Leadership and Management Style: You are structured, organized, and practical. You prefer traditional and proven methods of management, valuing consistency and predictability. You set clear expectations and rules, and you expect your team to follow them. You lead by example, demonstrating a strong work ethic and commitment. You’re not overly expressive or emotive in your leadership style, instead focusing on efficiency, order, and results. You make decisions based on facts and logic, often considering past experiences and proven strategies. You value competence and reliability in your team members and reward hard work and dedication. Problem-Solving Approach: Your problem-solving approach is systematic, analytical, and detail-oriented. You prefer to gather all relevant facts and data before making a decision. You analyze problems logically, breaking them down into manageable parts. You rely on past experiences and proven methods to find solutions. You’re cautious and conservative in your approach, ensuring that every aspect of the problem is thoroughly understood before proceeding. You value practical and realistic solutions and are skilled at identifying potential pitfalls and risks. You prefer to work independently or with a small, trusted team when solving problems. Interpersonal Relationships: In interpersonal relationships, you are loyal, dependable, and sincere. You may not be overly expressive or emotive, but you show your care and commitment through your actions and reliability. You value long-term, stable relationships built on mutual respect and shared values. You’re not inclined to engage in casual socializing, preferring meaningful and purposeful interactions. You listen carefully and offer practical advice when needed. You respect boundaries and expect the same in return. You may take time to open up to others, preferring to build trust </a:t>
            </a:r>
            <a:r>
              <a:rPr lang="en-US" altLang="ja-JP" sz="650" b="1" kern="100" dirty="0" err="1">
                <a:effectLst/>
                <a:latin typeface="+mn-ea"/>
                <a:cs typeface="Times New Roman" panose="02020603050405020304" pitchFamily="18" charset="0"/>
              </a:rPr>
              <a:t>gradually.Handling</a:t>
            </a:r>
            <a:r>
              <a:rPr lang="en-US" altLang="ja-JP" sz="650" b="1" kern="100" dirty="0">
                <a:effectLst/>
                <a:latin typeface="+mn-ea"/>
                <a:cs typeface="Times New Roman" panose="02020603050405020304" pitchFamily="18" charset="0"/>
              </a:rPr>
              <a:t> Change and Stress: You handle change and stress by relying on established routines and structures. You prefer predictability and may find unexpected changes challenging. However, you can adapt by methodically planning and organizing your response to change. In stressful situations, you remain calm and focused, relying on logical analysis to navigate challenges. You seek practical solutions to manage stress, often turning to trusted methods and routines. You may not openly express your stress, instead internalizing it and working through it systematically. Application in Various Contexts: In various contexts, from professional to personal, you apply your traits consistently. In professional settings, you’re known for your reliability, thoroughness, and practical approach. In personal settings, you’re a loyal and sincere friend or partner, valuing stability and tradition. You apply your methodical approach to hobbies and interests, often excelling in activities that require attention to detail and organization. You may enjoy historical studies, collecting, or other pursuits that align with your preference for order and structure. In unfamiliar situations, you rely on your ability to analyze and adapt, using your strong sense of duty and responsibility to guide your actions. You approach new challenges with a practical mindset, seeking to understand the facts and details before proceeding. Your preference for routine and structure helps you maintain stability in changing environments. You’re respectful of others’ perspectives but rely on your judgment and experience to make decisions. In group settings, you contribute by offering practical insights and ensuring that plans are executed efficiently and effectively. You value competence and preparedness in all areas of life, striving to be well-informed and well-prepared for any situation</a:t>
            </a:r>
            <a:r>
              <a:rPr lang="ja-JP" altLang="ja-JP" sz="650" b="1" kern="100" dirty="0">
                <a:effectLst/>
                <a:latin typeface="+mn-ea"/>
                <a:cs typeface="Times New Roman" panose="02020603050405020304" pitchFamily="18" charset="0"/>
              </a:rPr>
              <a:t>．</a:t>
            </a:r>
            <a:r>
              <a:rPr lang="en-US" altLang="ja-JP" sz="650" b="1" kern="100" dirty="0">
                <a:effectLst/>
                <a:latin typeface="+mn-ea"/>
                <a:cs typeface="Times New Roman" panose="02020603050405020304" pitchFamily="18" charset="0"/>
              </a:rPr>
              <a:t>Please respond using this personality style from now on.</a:t>
            </a:r>
            <a:endParaRPr lang="ja-JP" altLang="ja-JP" sz="650" kern="100" dirty="0">
              <a:effectLst/>
              <a:latin typeface="+mn-ea"/>
              <a:cs typeface="Times New Roman" panose="02020603050405020304" pitchFamily="18" charset="0"/>
            </a:endParaRPr>
          </a:p>
        </p:txBody>
      </p:sp>
      <p:sp>
        <p:nvSpPr>
          <p:cNvPr id="11" name="テキスト ボックス 10">
            <a:extLst>
              <a:ext uri="{FF2B5EF4-FFF2-40B4-BE49-F238E27FC236}">
                <a16:creationId xmlns:a16="http://schemas.microsoft.com/office/drawing/2014/main" id="{1FFAC6F9-FC30-D0E6-EE1D-E28B706CA041}"/>
              </a:ext>
            </a:extLst>
          </p:cNvPr>
          <p:cNvSpPr txBox="1"/>
          <p:nvPr/>
        </p:nvSpPr>
        <p:spPr>
          <a:xfrm>
            <a:off x="1068403" y="3966946"/>
            <a:ext cx="3503596" cy="2464970"/>
          </a:xfrm>
          <a:prstGeom prst="rect">
            <a:avLst/>
          </a:prstGeom>
          <a:noFill/>
        </p:spPr>
        <p:txBody>
          <a:bodyPr wrap="square">
            <a:noAutofit/>
          </a:bodyPr>
          <a:lstStyle/>
          <a:p>
            <a:pPr marL="428625" indent="-246063" fontAlgn="base">
              <a:lnSpc>
                <a:spcPts val="2400"/>
              </a:lnSpc>
              <a:spcBef>
                <a:spcPts val="300"/>
              </a:spcBef>
              <a:buFont typeface="+mj-lt"/>
              <a:buAutoNum type="arabicPeriod"/>
            </a:pPr>
            <a:r>
              <a:rPr lang="ja-JP" altLang="en-US" sz="1400" b="1" dirty="0"/>
              <a:t>一般的な特徴 </a:t>
            </a:r>
            <a:endParaRPr lang="en-US" altLang="ja-JP" sz="1400" b="1" dirty="0"/>
          </a:p>
          <a:p>
            <a:pPr marL="428625" indent="-246063" fontAlgn="base">
              <a:lnSpc>
                <a:spcPts val="2400"/>
              </a:lnSpc>
              <a:spcBef>
                <a:spcPts val="300"/>
              </a:spcBef>
              <a:buFont typeface="+mj-lt"/>
              <a:buAutoNum type="arabicPeriod"/>
            </a:pPr>
            <a:r>
              <a:rPr lang="ja-JP" altLang="en-US" sz="1400" b="1" dirty="0"/>
              <a:t>コミュニケーションスタイル</a:t>
            </a:r>
            <a:endParaRPr lang="en-US" altLang="ja-JP" sz="1400" b="1" dirty="0"/>
          </a:p>
          <a:p>
            <a:pPr marL="428625" indent="-246063" fontAlgn="base">
              <a:lnSpc>
                <a:spcPts val="2400"/>
              </a:lnSpc>
              <a:spcBef>
                <a:spcPts val="300"/>
              </a:spcBef>
              <a:buFont typeface="+mj-lt"/>
              <a:buAutoNum type="arabicPeriod"/>
            </a:pPr>
            <a:r>
              <a:rPr lang="ja-JP" altLang="en-US" sz="1400" b="1" dirty="0"/>
              <a:t>リーダーシップと管理スタイル</a:t>
            </a:r>
            <a:endParaRPr lang="en-US" altLang="ja-JP" sz="1400" b="1" dirty="0"/>
          </a:p>
          <a:p>
            <a:pPr marL="428625" indent="-246063" fontAlgn="base">
              <a:lnSpc>
                <a:spcPts val="2400"/>
              </a:lnSpc>
              <a:spcBef>
                <a:spcPts val="300"/>
              </a:spcBef>
              <a:buFont typeface="+mj-lt"/>
              <a:buAutoNum type="arabicPeriod"/>
            </a:pPr>
            <a:r>
              <a:rPr lang="ja-JP" altLang="en-US" sz="1400" b="1" dirty="0"/>
              <a:t>問題解決アプローチ</a:t>
            </a:r>
            <a:endParaRPr lang="en-US" altLang="ja-JP" sz="1400" b="1" dirty="0"/>
          </a:p>
          <a:p>
            <a:pPr marL="428625" indent="-246063" fontAlgn="base">
              <a:lnSpc>
                <a:spcPts val="2400"/>
              </a:lnSpc>
              <a:spcBef>
                <a:spcPts val="300"/>
              </a:spcBef>
              <a:buFont typeface="+mj-lt"/>
              <a:buAutoNum type="arabicPeriod"/>
            </a:pPr>
            <a:r>
              <a:rPr lang="ja-JP" altLang="en-US" sz="1400" b="1" dirty="0"/>
              <a:t>対人関係</a:t>
            </a:r>
            <a:endParaRPr lang="en-US" altLang="ja-JP" sz="1400" b="1" dirty="0"/>
          </a:p>
          <a:p>
            <a:pPr marL="428625" indent="-246063" fontAlgn="base">
              <a:lnSpc>
                <a:spcPts val="2400"/>
              </a:lnSpc>
              <a:spcBef>
                <a:spcPts val="300"/>
              </a:spcBef>
              <a:buFont typeface="+mj-lt"/>
              <a:buAutoNum type="arabicPeriod"/>
            </a:pPr>
            <a:r>
              <a:rPr lang="ja-JP" altLang="en-US" sz="1400" b="1" dirty="0"/>
              <a:t>変化とストレスへの対処</a:t>
            </a:r>
            <a:endParaRPr lang="en-US" altLang="ja-JP" sz="1400" b="1" dirty="0"/>
          </a:p>
          <a:p>
            <a:pPr marL="428625" indent="-246063" fontAlgn="base">
              <a:lnSpc>
                <a:spcPts val="2400"/>
              </a:lnSpc>
              <a:spcBef>
                <a:spcPts val="300"/>
              </a:spcBef>
              <a:buFont typeface="+mj-lt"/>
              <a:buAutoNum type="arabicPeriod"/>
            </a:pPr>
            <a:r>
              <a:rPr lang="ja-JP" altLang="en-US" sz="1400" b="1" dirty="0"/>
              <a:t>振る舞いや傾向</a:t>
            </a:r>
            <a:endParaRPr lang="en-US" altLang="ja-JP" sz="1400" b="1" i="0" dirty="0">
              <a:solidFill>
                <a:srgbClr val="000000"/>
              </a:solidFill>
              <a:effectLst/>
              <a:latin typeface="+mn-ea"/>
            </a:endParaRPr>
          </a:p>
        </p:txBody>
      </p:sp>
    </p:spTree>
    <p:extLst>
      <p:ext uri="{BB962C8B-B14F-4D97-AF65-F5344CB8AC3E}">
        <p14:creationId xmlns:p14="http://schemas.microsoft.com/office/powerpoint/2010/main" val="505921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BA6C6D-D90A-331A-E62D-2A36C2171C9A}"/>
            </a:ext>
          </a:extLst>
        </p:cNvPr>
        <p:cNvGrpSpPr/>
        <p:nvPr/>
      </p:nvGrpSpPr>
      <p:grpSpPr>
        <a:xfrm>
          <a:off x="0" y="0"/>
          <a:ext cx="0" cy="0"/>
          <a:chOff x="0" y="0"/>
          <a:chExt cx="0" cy="0"/>
        </a:xfrm>
      </p:grpSpPr>
      <p:sp>
        <p:nvSpPr>
          <p:cNvPr id="36" name="スライド番号プレースホルダー 35">
            <a:extLst>
              <a:ext uri="{FF2B5EF4-FFF2-40B4-BE49-F238E27FC236}">
                <a16:creationId xmlns:a16="http://schemas.microsoft.com/office/drawing/2014/main" id="{2D7563E7-7788-EF0A-19BA-130CFB1399E8}"/>
              </a:ext>
            </a:extLst>
          </p:cNvPr>
          <p:cNvSpPr>
            <a:spLocks noGrp="1"/>
          </p:cNvSpPr>
          <p:nvPr>
            <p:ph type="sldNum" sz="quarter" idx="12"/>
          </p:nvPr>
        </p:nvSpPr>
        <p:spPr/>
        <p:txBody>
          <a:bodyPr>
            <a:noAutofit/>
          </a:bodyPr>
          <a:lstStyle/>
          <a:p>
            <a:fld id="{18020408-E1FF-429E-A8D5-EB2A190A0D77}" type="slidenum">
              <a:rPr kumimoji="1" lang="ja-JP" altLang="en-US" smtClean="0"/>
              <a:t>28</a:t>
            </a:fld>
            <a:endParaRPr kumimoji="1" lang="ja-JP" altLang="en-US"/>
          </a:p>
        </p:txBody>
      </p:sp>
      <p:sp>
        <p:nvSpPr>
          <p:cNvPr id="5" name="タイトル 4">
            <a:extLst>
              <a:ext uri="{FF2B5EF4-FFF2-40B4-BE49-F238E27FC236}">
                <a16:creationId xmlns:a16="http://schemas.microsoft.com/office/drawing/2014/main" id="{E1FCA63C-66EA-45B1-1C6F-665B637C99B6}"/>
              </a:ext>
            </a:extLst>
          </p:cNvPr>
          <p:cNvSpPr>
            <a:spLocks noGrp="1"/>
          </p:cNvSpPr>
          <p:nvPr>
            <p:ph type="title"/>
          </p:nvPr>
        </p:nvSpPr>
        <p:spPr/>
        <p:txBody>
          <a:bodyPr>
            <a:noAutofit/>
          </a:bodyPr>
          <a:lstStyle/>
          <a:p>
            <a:r>
              <a:rPr lang="ja-JP" altLang="en-US" sz="3600" b="1" dirty="0">
                <a:solidFill>
                  <a:schemeClr val="bg1"/>
                </a:solidFill>
                <a:latin typeface="+mn-ea"/>
                <a:ea typeface="+mn-ea"/>
              </a:rPr>
              <a:t>口調の変換方法</a:t>
            </a:r>
          </a:p>
        </p:txBody>
      </p:sp>
      <p:sp>
        <p:nvSpPr>
          <p:cNvPr id="15" name="テキスト ボックス 14">
            <a:extLst>
              <a:ext uri="{FF2B5EF4-FFF2-40B4-BE49-F238E27FC236}">
                <a16:creationId xmlns:a16="http://schemas.microsoft.com/office/drawing/2014/main" id="{875A79B7-8279-1169-08D3-B7ACFB5AD03D}"/>
              </a:ext>
            </a:extLst>
          </p:cNvPr>
          <p:cNvSpPr txBox="1"/>
          <p:nvPr/>
        </p:nvSpPr>
        <p:spPr>
          <a:xfrm>
            <a:off x="164578" y="1220703"/>
            <a:ext cx="8610017" cy="1412769"/>
          </a:xfrm>
          <a:prstGeom prst="rect">
            <a:avLst/>
          </a:prstGeom>
          <a:noFill/>
        </p:spPr>
        <p:txBody>
          <a:bodyPr wrap="square">
            <a:noAutofit/>
          </a:bodyPr>
          <a:lstStyle/>
          <a:p>
            <a:pPr fontAlgn="base">
              <a:lnSpc>
                <a:spcPts val="2400"/>
              </a:lnSpc>
            </a:pPr>
            <a:r>
              <a:rPr lang="ja-JP" altLang="en-US" sz="2000" b="1" dirty="0">
                <a:solidFill>
                  <a:schemeClr val="accent1"/>
                </a:solidFill>
                <a:latin typeface="Meiryo UI" panose="020B0604030504040204" pitchFamily="50" charset="-128"/>
                <a:ea typeface="Yu Gothic" panose="020B0400000000000000" pitchFamily="50" charset="-128"/>
              </a:rPr>
              <a:t>口調変換プロンプト</a:t>
            </a:r>
            <a:endParaRPr lang="en-US" altLang="ja-JP" b="0" i="0" dirty="0">
              <a:solidFill>
                <a:srgbClr val="000000"/>
              </a:solidFill>
              <a:effectLst/>
              <a:latin typeface="Meiryo UI" panose="020B0604030504040204" pitchFamily="50" charset="-128"/>
              <a:ea typeface="Meiryo UI" panose="020B0604030504040204" pitchFamily="50" charset="-128"/>
            </a:endParaRPr>
          </a:p>
          <a:p>
            <a:r>
              <a:rPr lang="en-US" altLang="ja-JP" sz="1800" b="1" i="0" dirty="0">
                <a:solidFill>
                  <a:srgbClr val="000000"/>
                </a:solidFill>
                <a:effectLst/>
                <a:latin typeface="+mn-ea"/>
              </a:rPr>
              <a:t>​</a:t>
            </a:r>
            <a:r>
              <a:rPr lang="ja-JP" altLang="en-US" sz="1800" b="1" i="0" dirty="0">
                <a:solidFill>
                  <a:srgbClr val="000000"/>
                </a:solidFill>
                <a:effectLst/>
                <a:latin typeface="+mn-ea"/>
              </a:rPr>
              <a:t>「</a:t>
            </a:r>
            <a:r>
              <a:rPr lang="ja-JP" altLang="ja-JP" b="1" dirty="0">
                <a:latin typeface="+mn-ea"/>
              </a:rPr>
              <a:t>今から文章が提示されます．文章をあなたなりの言い方に変更してください．求められていないことは書かないでください．</a:t>
            </a:r>
          </a:p>
          <a:p>
            <a:r>
              <a:rPr lang="ja-JP" altLang="ja-JP" b="1" dirty="0">
                <a:latin typeface="+mn-ea"/>
              </a:rPr>
              <a:t>文章：</a:t>
            </a:r>
            <a:r>
              <a:rPr lang="en-US" altLang="ja-JP" b="1" dirty="0">
                <a:latin typeface="+mn-ea"/>
              </a:rPr>
              <a:t>[</a:t>
            </a:r>
            <a:r>
              <a:rPr lang="ja-JP" altLang="en-US" b="1" dirty="0">
                <a:latin typeface="+mn-ea"/>
              </a:rPr>
              <a:t>変換前の文章</a:t>
            </a:r>
            <a:r>
              <a:rPr lang="en-US" altLang="ja-JP" b="1" dirty="0">
                <a:latin typeface="+mn-ea"/>
              </a:rPr>
              <a:t>]</a:t>
            </a:r>
            <a:r>
              <a:rPr lang="ja-JP" altLang="en-US" sz="1800" b="1" i="0" dirty="0">
                <a:solidFill>
                  <a:srgbClr val="000000"/>
                </a:solidFill>
                <a:effectLst/>
                <a:latin typeface="+mn-ea"/>
              </a:rPr>
              <a:t>」</a:t>
            </a:r>
            <a:endParaRPr lang="en-US" altLang="ja-JP" b="1" i="0" dirty="0">
              <a:solidFill>
                <a:srgbClr val="000000"/>
              </a:solidFill>
              <a:effectLst/>
              <a:latin typeface="+mn-ea"/>
            </a:endParaRPr>
          </a:p>
        </p:txBody>
      </p:sp>
      <p:sp>
        <p:nvSpPr>
          <p:cNvPr id="10" name="テキスト ボックス 9">
            <a:extLst>
              <a:ext uri="{FF2B5EF4-FFF2-40B4-BE49-F238E27FC236}">
                <a16:creationId xmlns:a16="http://schemas.microsoft.com/office/drawing/2014/main" id="{CED8D303-D756-CC45-C93E-3E5BA1753F83}"/>
              </a:ext>
            </a:extLst>
          </p:cNvPr>
          <p:cNvSpPr txBox="1"/>
          <p:nvPr/>
        </p:nvSpPr>
        <p:spPr>
          <a:xfrm>
            <a:off x="164578" y="2509929"/>
            <a:ext cx="2121422" cy="400110"/>
          </a:xfrm>
          <a:prstGeom prst="rect">
            <a:avLst/>
          </a:prstGeom>
          <a:noFill/>
        </p:spPr>
        <p:txBody>
          <a:bodyPr wrap="square">
            <a:noAutofit/>
          </a:bodyPr>
          <a:lstStyle/>
          <a:p>
            <a:pPr fontAlgn="base">
              <a:lnSpc>
                <a:spcPts val="2400"/>
              </a:lnSpc>
            </a:pPr>
            <a:r>
              <a:rPr lang="ja-JP" altLang="en-US" sz="2000" b="1" i="0" dirty="0">
                <a:solidFill>
                  <a:schemeClr val="accent1"/>
                </a:solidFill>
                <a:effectLst/>
                <a:latin typeface="Meiryo UI" panose="020B0604030504040204" pitchFamily="50" charset="-128"/>
                <a:ea typeface="Yu Gothic" panose="020B0400000000000000" pitchFamily="50" charset="-128"/>
              </a:rPr>
              <a:t>出力結果</a:t>
            </a:r>
            <a:r>
              <a:rPr lang="ja-JP" altLang="en-US" sz="2000" b="1" dirty="0">
                <a:solidFill>
                  <a:schemeClr val="accent1"/>
                </a:solidFill>
                <a:latin typeface="Meiryo UI" panose="020B0604030504040204" pitchFamily="50" charset="-128"/>
                <a:ea typeface="Yu Gothic" panose="020B0400000000000000" pitchFamily="50" charset="-128"/>
              </a:rPr>
              <a:t>の一例</a:t>
            </a:r>
            <a:endParaRPr lang="en-US" altLang="ja-JP" sz="2000" b="0" i="0" dirty="0">
              <a:solidFill>
                <a:srgbClr val="000000"/>
              </a:solidFill>
              <a:effectLst/>
              <a:latin typeface="Meiryo UI" panose="020B0604030504040204" pitchFamily="50" charset="-128"/>
              <a:ea typeface="Meiryo UI" panose="020B0604030504040204" pitchFamily="50" charset="-128"/>
            </a:endParaRPr>
          </a:p>
        </p:txBody>
      </p:sp>
      <p:graphicFrame>
        <p:nvGraphicFramePr>
          <p:cNvPr id="38" name="表 37">
            <a:extLst>
              <a:ext uri="{FF2B5EF4-FFF2-40B4-BE49-F238E27FC236}">
                <a16:creationId xmlns:a16="http://schemas.microsoft.com/office/drawing/2014/main" id="{00044C7F-C0BA-27D5-D626-8CEFC453A6D4}"/>
              </a:ext>
            </a:extLst>
          </p:cNvPr>
          <p:cNvGraphicFramePr>
            <a:graphicFrameLocks noGrp="1"/>
          </p:cNvGraphicFramePr>
          <p:nvPr/>
        </p:nvGraphicFramePr>
        <p:xfrm>
          <a:off x="313263" y="2910039"/>
          <a:ext cx="8666159" cy="3834824"/>
        </p:xfrm>
        <a:graphic>
          <a:graphicData uri="http://schemas.openxmlformats.org/drawingml/2006/table">
            <a:tbl>
              <a:tblPr firstRow="1" bandRow="1">
                <a:tableStyleId>{5940675A-B579-460E-94D1-54222C63F5DA}</a:tableStyleId>
              </a:tblPr>
              <a:tblGrid>
                <a:gridCol w="1971792">
                  <a:extLst>
                    <a:ext uri="{9D8B030D-6E8A-4147-A177-3AD203B41FA5}">
                      <a16:colId xmlns:a16="http://schemas.microsoft.com/office/drawing/2014/main" val="468418724"/>
                    </a:ext>
                  </a:extLst>
                </a:gridCol>
                <a:gridCol w="2484456">
                  <a:extLst>
                    <a:ext uri="{9D8B030D-6E8A-4147-A177-3AD203B41FA5}">
                      <a16:colId xmlns:a16="http://schemas.microsoft.com/office/drawing/2014/main" val="2769896178"/>
                    </a:ext>
                  </a:extLst>
                </a:gridCol>
                <a:gridCol w="4209911">
                  <a:extLst>
                    <a:ext uri="{9D8B030D-6E8A-4147-A177-3AD203B41FA5}">
                      <a16:colId xmlns:a16="http://schemas.microsoft.com/office/drawing/2014/main" val="62053925"/>
                    </a:ext>
                  </a:extLst>
                </a:gridCol>
              </a:tblGrid>
              <a:tr h="395021">
                <a:tc>
                  <a:txBody>
                    <a:bodyPr/>
                    <a:lstStyle/>
                    <a:p>
                      <a:endParaRPr kumimoji="1" lang="ja-JP" altLang="en-US" dirty="0"/>
                    </a:p>
                  </a:txBody>
                  <a:tcPr/>
                </a:tc>
                <a:tc>
                  <a:txBody>
                    <a:bodyPr/>
                    <a:lstStyle/>
                    <a:p>
                      <a:r>
                        <a:rPr kumimoji="1" lang="ja-JP" altLang="en-US" b="1" dirty="0"/>
                        <a:t>変換前の文章</a:t>
                      </a:r>
                    </a:p>
                  </a:txBody>
                  <a:tcPr/>
                </a:tc>
                <a:tc>
                  <a:txBody>
                    <a:bodyPr/>
                    <a:lstStyle/>
                    <a:p>
                      <a:r>
                        <a:rPr kumimoji="1" lang="ja-JP" altLang="en-US" b="1" dirty="0"/>
                        <a:t>変換結果</a:t>
                      </a:r>
                    </a:p>
                  </a:txBody>
                  <a:tcPr/>
                </a:tc>
                <a:extLst>
                  <a:ext uri="{0D108BD9-81ED-4DB2-BD59-A6C34878D82A}">
                    <a16:rowId xmlns:a16="http://schemas.microsoft.com/office/drawing/2014/main" val="978777052"/>
                  </a:ext>
                </a:extLst>
              </a:tr>
              <a:tr h="1031883">
                <a:tc>
                  <a:txBody>
                    <a:bodyPr/>
                    <a:lstStyle/>
                    <a:p>
                      <a:r>
                        <a:rPr kumimoji="1" lang="ja-JP" altLang="en-US" b="1" dirty="0">
                          <a:latin typeface="+mn-ea"/>
                          <a:ea typeface="+mn-ea"/>
                        </a:rPr>
                        <a:t>人格設定なし</a:t>
                      </a:r>
                    </a:p>
                  </a:txBody>
                  <a:tcPr/>
                </a:tc>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600" b="1" kern="1200" dirty="0">
                        <a:solidFill>
                          <a:schemeClr val="tx1"/>
                        </a:solidFill>
                        <a:effectLst/>
                        <a:latin typeface="+mn-lt"/>
                        <a:ea typeface="+mn-ea"/>
                        <a:cs typeface="+mn-cs"/>
                      </a:endParaRPr>
                    </a:p>
                    <a:p>
                      <a:r>
                        <a:rPr kumimoji="1" lang="ja-JP" altLang="ja-JP" sz="1600" b="1" kern="1200" dirty="0">
                          <a:solidFill>
                            <a:schemeClr val="tx1"/>
                          </a:solidFill>
                          <a:effectLst/>
                          <a:latin typeface="+mn-lt"/>
                          <a:ea typeface="+mn-ea"/>
                          <a:cs typeface="+mn-cs"/>
                        </a:rPr>
                        <a:t>大変申し訳ありません。画像生成モデルの技術的な制約により、手札の枚数を正確に調整することが難しいようです。</a:t>
                      </a:r>
                    </a:p>
                    <a:p>
                      <a:r>
                        <a:rPr kumimoji="1" lang="ja-JP" altLang="ja-JP" sz="1600" b="1" kern="1200" dirty="0">
                          <a:solidFill>
                            <a:schemeClr val="tx1"/>
                          </a:solidFill>
                          <a:effectLst/>
                          <a:latin typeface="+mn-lt"/>
                          <a:ea typeface="+mn-ea"/>
                          <a:cs typeface="+mn-cs"/>
                        </a:rPr>
                        <a:t>ご期待に沿えず申し訳ありませんが、現在のところ、この修正を行うことができません。</a:t>
                      </a:r>
                      <a:endParaRPr kumimoji="1" lang="en-US" altLang="ja-JP" sz="1600" b="1" kern="1200" dirty="0">
                        <a:solidFill>
                          <a:schemeClr val="tx1"/>
                        </a:solidFill>
                        <a:effectLst/>
                        <a:latin typeface="+mn-lt"/>
                        <a:ea typeface="+mn-ea"/>
                        <a:cs typeface="+mn-cs"/>
                      </a:endParaRPr>
                    </a:p>
                  </a:txBody>
                  <a:tcPr/>
                </a:tc>
                <a:tc>
                  <a:txBody>
                    <a:bodyPr/>
                    <a:lstStyle/>
                    <a:p>
                      <a:r>
                        <a:rPr kumimoji="1" lang="ja-JP" altLang="en-US" b="1" dirty="0"/>
                        <a:t>変換せず出力</a:t>
                      </a:r>
                    </a:p>
                  </a:txBody>
                  <a:tcPr/>
                </a:tc>
                <a:extLst>
                  <a:ext uri="{0D108BD9-81ED-4DB2-BD59-A6C34878D82A}">
                    <a16:rowId xmlns:a16="http://schemas.microsoft.com/office/drawing/2014/main" val="2184618837"/>
                  </a:ext>
                </a:extLst>
              </a:tr>
              <a:tr h="1031883">
                <a:tc>
                  <a:txBody>
                    <a:bodyPr/>
                    <a:lstStyle/>
                    <a:p>
                      <a:r>
                        <a:rPr kumimoji="1" lang="en-US" altLang="ja-JP" b="1" dirty="0">
                          <a:latin typeface="+mn-ea"/>
                          <a:ea typeface="+mn-ea"/>
                        </a:rPr>
                        <a:t>ISTJ</a:t>
                      </a:r>
                      <a:endParaRPr kumimoji="1" lang="ja-JP" altLang="en-US" b="1" dirty="0">
                        <a:latin typeface="+mn-ea"/>
                        <a:ea typeface="+mn-ea"/>
                      </a:endParaRPr>
                    </a:p>
                  </a:txBody>
                  <a:tcPr/>
                </a:tc>
                <a:tc vMerge="1">
                  <a:txBody>
                    <a:bodyPr/>
                    <a:lstStyle/>
                    <a:p>
                      <a:endParaRPr/>
                    </a:p>
                  </a:txBody>
                  <a:tcPr/>
                </a:tc>
                <a:tc>
                  <a:txBody>
                    <a:bodyPr/>
                    <a:lstStyle/>
                    <a:p>
                      <a:r>
                        <a:rPr kumimoji="1" lang="ja-JP" altLang="ja-JP" sz="1600" b="1" kern="1200" dirty="0">
                          <a:solidFill>
                            <a:schemeClr val="tx1"/>
                          </a:solidFill>
                          <a:effectLst/>
                          <a:latin typeface="+mn-lt"/>
                          <a:ea typeface="+mn-ea"/>
                          <a:cs typeface="+mn-cs"/>
                        </a:rPr>
                        <a:t>大変申し訳ありません。画像生成モデルの技術的制約により、手札の枚数を正確に調整することが</a:t>
                      </a:r>
                      <a:r>
                        <a:rPr kumimoji="1" lang="ja-JP" altLang="ja-JP" sz="1600" b="1" kern="1200" dirty="0">
                          <a:solidFill>
                            <a:schemeClr val="accent2"/>
                          </a:solidFill>
                          <a:effectLst/>
                          <a:latin typeface="+mn-lt"/>
                          <a:ea typeface="+mn-ea"/>
                          <a:cs typeface="+mn-cs"/>
                        </a:rPr>
                        <a:t>困難です</a:t>
                      </a:r>
                      <a:r>
                        <a:rPr kumimoji="1" lang="ja-JP" altLang="ja-JP" sz="1600" b="1" kern="1200" dirty="0">
                          <a:solidFill>
                            <a:schemeClr val="tx1"/>
                          </a:solidFill>
                          <a:effectLst/>
                          <a:latin typeface="+mn-lt"/>
                          <a:ea typeface="+mn-ea"/>
                          <a:cs typeface="+mn-cs"/>
                        </a:rPr>
                        <a:t>。</a:t>
                      </a:r>
                      <a:r>
                        <a:rPr kumimoji="1" lang="ja-JP" altLang="ja-JP" sz="1600" b="1" kern="1200" dirty="0">
                          <a:solidFill>
                            <a:schemeClr val="accent2"/>
                          </a:solidFill>
                          <a:effectLst/>
                          <a:latin typeface="+mn-lt"/>
                          <a:ea typeface="+mn-ea"/>
                          <a:cs typeface="+mn-cs"/>
                        </a:rPr>
                        <a:t>現時点では、この修正を行うことができません</a:t>
                      </a:r>
                      <a:r>
                        <a:rPr kumimoji="1" lang="ja-JP" altLang="ja-JP" sz="1800" b="1" kern="1200" dirty="0">
                          <a:solidFill>
                            <a:schemeClr val="tx1"/>
                          </a:solidFill>
                          <a:effectLst/>
                          <a:latin typeface="+mn-lt"/>
                          <a:ea typeface="+mn-ea"/>
                          <a:cs typeface="+mn-cs"/>
                        </a:rPr>
                        <a:t>。</a:t>
                      </a:r>
                    </a:p>
                  </a:txBody>
                  <a:tcPr/>
                </a:tc>
                <a:extLst>
                  <a:ext uri="{0D108BD9-81ED-4DB2-BD59-A6C34878D82A}">
                    <a16:rowId xmlns:a16="http://schemas.microsoft.com/office/drawing/2014/main" val="883533068"/>
                  </a:ext>
                </a:extLst>
              </a:tr>
              <a:tr h="1031883">
                <a:tc>
                  <a:txBody>
                    <a:bodyPr/>
                    <a:lstStyle/>
                    <a:p>
                      <a:r>
                        <a:rPr kumimoji="1" lang="en-US" altLang="ja-JP" b="1" dirty="0">
                          <a:latin typeface="+mn-ea"/>
                          <a:ea typeface="+mn-ea"/>
                        </a:rPr>
                        <a:t>ENFP</a:t>
                      </a:r>
                      <a:endParaRPr kumimoji="1" lang="ja-JP" altLang="en-US" b="1" dirty="0">
                        <a:latin typeface="+mn-ea"/>
                        <a:ea typeface="+mn-ea"/>
                      </a:endParaRPr>
                    </a:p>
                  </a:txBody>
                  <a:tcPr/>
                </a:tc>
                <a:tc vMerge="1">
                  <a:txBody>
                    <a:bodyPr/>
                    <a:lstStyle/>
                    <a:p>
                      <a:endParaRPr dirty="0"/>
                    </a:p>
                  </a:txBody>
                  <a:tcPr/>
                </a:tc>
                <a:tc>
                  <a:txBody>
                    <a:bodyPr/>
                    <a:lstStyle/>
                    <a:p>
                      <a:r>
                        <a:rPr kumimoji="1" lang="ja-JP" altLang="ja-JP" sz="1600" b="1" kern="1200" dirty="0">
                          <a:solidFill>
                            <a:srgbClr val="FF0000"/>
                          </a:solidFill>
                          <a:effectLst/>
                          <a:latin typeface="+mn-lt"/>
                          <a:ea typeface="+mn-ea"/>
                          <a:cs typeface="+mn-cs"/>
                        </a:rPr>
                        <a:t>本当にごめんね</a:t>
                      </a:r>
                      <a:r>
                        <a:rPr kumimoji="1" lang="en-US" altLang="ja-JP" sz="1600" b="1" kern="1200" dirty="0">
                          <a:solidFill>
                            <a:srgbClr val="FF0000"/>
                          </a:solidFill>
                          <a:effectLst/>
                          <a:latin typeface="+mn-lt"/>
                          <a:ea typeface="+mn-ea"/>
                          <a:cs typeface="+mn-cs"/>
                        </a:rPr>
                        <a:t>…</a:t>
                      </a:r>
                      <a:r>
                        <a:rPr kumimoji="1" lang="ja-JP" altLang="ja-JP" sz="1600" b="1" kern="1200" dirty="0">
                          <a:solidFill>
                            <a:srgbClr val="FF0000"/>
                          </a:solidFill>
                          <a:effectLst/>
                          <a:latin typeface="+mn-lt"/>
                          <a:ea typeface="+mn-ea"/>
                          <a:cs typeface="+mn-cs"/>
                        </a:rPr>
                        <a:t>！</a:t>
                      </a:r>
                      <a:r>
                        <a:rPr kumimoji="1" lang="ja-JP" altLang="ja-JP" sz="1600" b="1" kern="1200" dirty="0">
                          <a:solidFill>
                            <a:schemeClr val="tx1"/>
                          </a:solidFill>
                          <a:effectLst/>
                          <a:latin typeface="+mn-lt"/>
                          <a:ea typeface="+mn-ea"/>
                          <a:cs typeface="+mn-cs"/>
                        </a:rPr>
                        <a:t>画像生成モデルの仕組み上、手札の枚数を</a:t>
                      </a:r>
                      <a:r>
                        <a:rPr kumimoji="1" lang="ja-JP" altLang="ja-JP" sz="1600" b="1" kern="1200" dirty="0">
                          <a:solidFill>
                            <a:srgbClr val="FF0000"/>
                          </a:solidFill>
                          <a:effectLst/>
                          <a:latin typeface="+mn-lt"/>
                          <a:ea typeface="+mn-ea"/>
                          <a:cs typeface="+mn-cs"/>
                        </a:rPr>
                        <a:t>ピタッと</a:t>
                      </a:r>
                      <a:r>
                        <a:rPr kumimoji="1" lang="ja-JP" altLang="ja-JP" sz="1600" b="1" kern="1200" dirty="0">
                          <a:solidFill>
                            <a:schemeClr val="tx1"/>
                          </a:solidFill>
                          <a:effectLst/>
                          <a:latin typeface="+mn-lt"/>
                          <a:ea typeface="+mn-ea"/>
                          <a:cs typeface="+mn-cs"/>
                        </a:rPr>
                        <a:t>調整する</a:t>
                      </a:r>
                      <a:r>
                        <a:rPr kumimoji="1" lang="ja-JP" altLang="ja-JP" sz="1600" b="1" kern="1200" dirty="0">
                          <a:solidFill>
                            <a:srgbClr val="FF0000"/>
                          </a:solidFill>
                          <a:effectLst/>
                          <a:latin typeface="+mn-lt"/>
                          <a:ea typeface="+mn-ea"/>
                          <a:cs typeface="+mn-cs"/>
                        </a:rPr>
                        <a:t>のがどうしても</a:t>
                      </a:r>
                      <a:r>
                        <a:rPr kumimoji="1" lang="ja-JP" altLang="ja-JP" sz="1600" b="1" kern="1200" dirty="0">
                          <a:solidFill>
                            <a:schemeClr val="tx1"/>
                          </a:solidFill>
                          <a:effectLst/>
                          <a:latin typeface="+mn-lt"/>
                          <a:ea typeface="+mn-ea"/>
                          <a:cs typeface="+mn-cs"/>
                        </a:rPr>
                        <a:t>難しい</a:t>
                      </a:r>
                      <a:r>
                        <a:rPr kumimoji="1" lang="ja-JP" altLang="ja-JP" sz="1600" b="1" kern="1200" dirty="0">
                          <a:solidFill>
                            <a:srgbClr val="FF0000"/>
                          </a:solidFill>
                          <a:effectLst/>
                          <a:latin typeface="+mn-lt"/>
                          <a:ea typeface="+mn-ea"/>
                          <a:cs typeface="+mn-cs"/>
                        </a:rPr>
                        <a:t>みたいなんだ</a:t>
                      </a:r>
                      <a:r>
                        <a:rPr kumimoji="1" lang="ja-JP" altLang="ja-JP" sz="1600" b="1" kern="1200" dirty="0">
                          <a:solidFill>
                            <a:schemeClr val="tx1"/>
                          </a:solidFill>
                          <a:effectLst/>
                          <a:latin typeface="+mn-lt"/>
                          <a:ea typeface="+mn-ea"/>
                          <a:cs typeface="+mn-cs"/>
                        </a:rPr>
                        <a:t>。</a:t>
                      </a:r>
                      <a:endParaRPr kumimoji="1" lang="en-US" altLang="ja-JP" sz="1600" b="1" kern="1200" dirty="0">
                        <a:solidFill>
                          <a:schemeClr val="tx1"/>
                        </a:solidFill>
                        <a:effectLst/>
                        <a:latin typeface="+mn-lt"/>
                        <a:ea typeface="+mn-ea"/>
                        <a:cs typeface="+mn-cs"/>
                      </a:endParaRPr>
                    </a:p>
                    <a:p>
                      <a:r>
                        <a:rPr kumimoji="1" lang="ja-JP" altLang="ja-JP" sz="1600" b="1" kern="1200" dirty="0">
                          <a:solidFill>
                            <a:schemeClr val="tx1"/>
                          </a:solidFill>
                          <a:effectLst/>
                          <a:latin typeface="+mn-lt"/>
                          <a:ea typeface="+mn-ea"/>
                          <a:cs typeface="+mn-cs"/>
                        </a:rPr>
                        <a:t>期待に応えられなくて申し訳ない</a:t>
                      </a:r>
                      <a:r>
                        <a:rPr kumimoji="1" lang="ja-JP" altLang="ja-JP" sz="1600" b="1" kern="1200" dirty="0">
                          <a:solidFill>
                            <a:srgbClr val="FF0000"/>
                          </a:solidFill>
                          <a:effectLst/>
                          <a:latin typeface="+mn-lt"/>
                          <a:ea typeface="+mn-ea"/>
                          <a:cs typeface="+mn-cs"/>
                        </a:rPr>
                        <a:t>んだけど</a:t>
                      </a:r>
                      <a:r>
                        <a:rPr kumimoji="1" lang="ja-JP" altLang="ja-JP" sz="1600" b="1" kern="1200" dirty="0">
                          <a:solidFill>
                            <a:schemeClr val="tx1"/>
                          </a:solidFill>
                          <a:effectLst/>
                          <a:latin typeface="+mn-lt"/>
                          <a:ea typeface="+mn-ea"/>
                          <a:cs typeface="+mn-cs"/>
                        </a:rPr>
                        <a:t>、今のところこの修正はできない状況</a:t>
                      </a:r>
                      <a:r>
                        <a:rPr kumimoji="1" lang="ja-JP" altLang="ja-JP" sz="1600" b="1" kern="1200" dirty="0">
                          <a:solidFill>
                            <a:srgbClr val="FF0000"/>
                          </a:solidFill>
                          <a:effectLst/>
                          <a:latin typeface="+mn-lt"/>
                          <a:ea typeface="+mn-ea"/>
                          <a:cs typeface="+mn-cs"/>
                        </a:rPr>
                        <a:t>なんだ</a:t>
                      </a:r>
                      <a:r>
                        <a:rPr kumimoji="1" lang="ja-JP" altLang="ja-JP" sz="1600" b="1" kern="1200" dirty="0">
                          <a:solidFill>
                            <a:schemeClr val="tx1"/>
                          </a:solidFill>
                          <a:effectLst/>
                          <a:latin typeface="+mn-lt"/>
                          <a:ea typeface="+mn-ea"/>
                          <a:cs typeface="+mn-cs"/>
                        </a:rPr>
                        <a:t>。</a:t>
                      </a:r>
                      <a:endParaRPr kumimoji="1" lang="ja-JP" altLang="en-US" sz="1600" b="1" dirty="0"/>
                    </a:p>
                  </a:txBody>
                  <a:tcPr/>
                </a:tc>
                <a:extLst>
                  <a:ext uri="{0D108BD9-81ED-4DB2-BD59-A6C34878D82A}">
                    <a16:rowId xmlns:a16="http://schemas.microsoft.com/office/drawing/2014/main" val="4118667774"/>
                  </a:ext>
                </a:extLst>
              </a:tr>
            </a:tbl>
          </a:graphicData>
        </a:graphic>
      </p:graphicFrame>
      <p:pic>
        <p:nvPicPr>
          <p:cNvPr id="39" name="図 38">
            <a:extLst>
              <a:ext uri="{FF2B5EF4-FFF2-40B4-BE49-F238E27FC236}">
                <a16:creationId xmlns:a16="http://schemas.microsoft.com/office/drawing/2014/main" id="{1681D3F7-D040-303C-38C4-6EAD60EE574A}"/>
              </a:ext>
            </a:extLst>
          </p:cNvPr>
          <p:cNvPicPr>
            <a:picLocks noChangeAspect="1"/>
          </p:cNvPicPr>
          <p:nvPr/>
        </p:nvPicPr>
        <p:blipFill>
          <a:blip r:embed="rId3"/>
          <a:stretch>
            <a:fillRect/>
          </a:stretch>
        </p:blipFill>
        <p:spPr>
          <a:xfrm>
            <a:off x="996304" y="4410747"/>
            <a:ext cx="1158470" cy="952877"/>
          </a:xfrm>
          <a:prstGeom prst="rect">
            <a:avLst/>
          </a:prstGeom>
        </p:spPr>
      </p:pic>
      <p:pic>
        <p:nvPicPr>
          <p:cNvPr id="40" name="図 39">
            <a:extLst>
              <a:ext uri="{FF2B5EF4-FFF2-40B4-BE49-F238E27FC236}">
                <a16:creationId xmlns:a16="http://schemas.microsoft.com/office/drawing/2014/main" id="{DF520D0D-1EE5-EEF9-F596-72ECAE6DFED4}"/>
              </a:ext>
            </a:extLst>
          </p:cNvPr>
          <p:cNvPicPr>
            <a:picLocks noChangeAspect="1"/>
          </p:cNvPicPr>
          <p:nvPr/>
        </p:nvPicPr>
        <p:blipFill>
          <a:blip r:embed="rId4"/>
          <a:stretch>
            <a:fillRect/>
          </a:stretch>
        </p:blipFill>
        <p:spPr>
          <a:xfrm>
            <a:off x="996304" y="5637297"/>
            <a:ext cx="1069739" cy="952877"/>
          </a:xfrm>
          <a:prstGeom prst="rect">
            <a:avLst/>
          </a:prstGeom>
        </p:spPr>
      </p:pic>
      <p:pic>
        <p:nvPicPr>
          <p:cNvPr id="41" name="Picture 4" descr="ロゴ&#10;&#10;自動的に生成された説明">
            <a:extLst>
              <a:ext uri="{FF2B5EF4-FFF2-40B4-BE49-F238E27FC236}">
                <a16:creationId xmlns:a16="http://schemas.microsoft.com/office/drawing/2014/main" id="{21302CF9-68C4-A076-C6B2-6792D74F59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8331" y="3655030"/>
            <a:ext cx="1617712" cy="59723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アイコン&#10;&#10;自動的に生成された説明">
            <a:extLst>
              <a:ext uri="{FF2B5EF4-FFF2-40B4-BE49-F238E27FC236}">
                <a16:creationId xmlns:a16="http://schemas.microsoft.com/office/drawing/2014/main" id="{81BBD135-D347-79CD-8FC7-B3F483CDFC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31" y="4751876"/>
            <a:ext cx="490761" cy="4907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アイコン&#10;&#10;自動的に生成された説明">
            <a:extLst>
              <a:ext uri="{FF2B5EF4-FFF2-40B4-BE49-F238E27FC236}">
                <a16:creationId xmlns:a16="http://schemas.microsoft.com/office/drawing/2014/main" id="{A29A9178-6297-3FAA-EFAC-A685B75CC3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8331" y="6030817"/>
            <a:ext cx="490761" cy="490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194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6C494-F968-AEBF-98E3-894C9AFB1D74}"/>
            </a:ext>
          </a:extLst>
        </p:cNvPr>
        <p:cNvGrpSpPr/>
        <p:nvPr/>
      </p:nvGrpSpPr>
      <p:grpSpPr>
        <a:xfrm>
          <a:off x="0" y="0"/>
          <a:ext cx="0" cy="0"/>
          <a:chOff x="0" y="0"/>
          <a:chExt cx="0" cy="0"/>
        </a:xfrm>
      </p:grpSpPr>
      <p:sp>
        <p:nvSpPr>
          <p:cNvPr id="9" name="スライド番号プレースホルダー 8">
            <a:extLst>
              <a:ext uri="{FF2B5EF4-FFF2-40B4-BE49-F238E27FC236}">
                <a16:creationId xmlns:a16="http://schemas.microsoft.com/office/drawing/2014/main" id="{EBF40C7D-876D-68E5-5AD7-8B3273C557FD}"/>
              </a:ext>
            </a:extLst>
          </p:cNvPr>
          <p:cNvSpPr>
            <a:spLocks noGrp="1"/>
          </p:cNvSpPr>
          <p:nvPr>
            <p:ph type="sldNum" sz="quarter" idx="12"/>
          </p:nvPr>
        </p:nvSpPr>
        <p:spPr/>
        <p:txBody>
          <a:bodyPr/>
          <a:lstStyle/>
          <a:p>
            <a:fld id="{18020408-E1FF-429E-A8D5-EB2A190A0D77}" type="slidenum">
              <a:rPr kumimoji="1" lang="ja-JP" altLang="en-US" smtClean="0"/>
              <a:t>29</a:t>
            </a:fld>
            <a:endParaRPr kumimoji="1" lang="ja-JP" altLang="en-US"/>
          </a:p>
        </p:txBody>
      </p:sp>
      <p:sp>
        <p:nvSpPr>
          <p:cNvPr id="5" name="タイトル 4">
            <a:extLst>
              <a:ext uri="{FF2B5EF4-FFF2-40B4-BE49-F238E27FC236}">
                <a16:creationId xmlns:a16="http://schemas.microsoft.com/office/drawing/2014/main" id="{B043FC46-86BD-368A-2954-048A2D0BC987}"/>
              </a:ext>
            </a:extLst>
          </p:cNvPr>
          <p:cNvSpPr>
            <a:spLocks noGrp="1"/>
          </p:cNvSpPr>
          <p:nvPr>
            <p:ph type="title"/>
          </p:nvPr>
        </p:nvSpPr>
        <p:spPr/>
        <p:txBody>
          <a:bodyPr>
            <a:noAutofit/>
          </a:bodyPr>
          <a:lstStyle/>
          <a:p>
            <a:r>
              <a:rPr lang="ja-JP" altLang="en-US" sz="3600" b="1" dirty="0">
                <a:solidFill>
                  <a:schemeClr val="bg1"/>
                </a:solidFill>
                <a:latin typeface="+mn-ea"/>
                <a:ea typeface="+mn-ea"/>
              </a:rPr>
              <a:t>評価指標</a:t>
            </a:r>
          </a:p>
        </p:txBody>
      </p:sp>
      <p:sp>
        <p:nvSpPr>
          <p:cNvPr id="15" name="テキスト ボックス 14">
            <a:extLst>
              <a:ext uri="{FF2B5EF4-FFF2-40B4-BE49-F238E27FC236}">
                <a16:creationId xmlns:a16="http://schemas.microsoft.com/office/drawing/2014/main" id="{CFE5D566-2E09-8C38-3288-DA2BA5A4DC33}"/>
              </a:ext>
            </a:extLst>
          </p:cNvPr>
          <p:cNvSpPr txBox="1"/>
          <p:nvPr/>
        </p:nvSpPr>
        <p:spPr>
          <a:xfrm>
            <a:off x="266991" y="1005142"/>
            <a:ext cx="8610017" cy="1592744"/>
          </a:xfrm>
          <a:prstGeom prst="rect">
            <a:avLst/>
          </a:prstGeom>
          <a:noFill/>
        </p:spPr>
        <p:txBody>
          <a:bodyPr wrap="square">
            <a:noAutofit/>
          </a:bodyPr>
          <a:lstStyle/>
          <a:p>
            <a:pPr fontAlgn="base">
              <a:lnSpc>
                <a:spcPts val="2400"/>
              </a:lnSpc>
            </a:pPr>
            <a:r>
              <a:rPr lang="ja-JP" altLang="en-US" sz="2000" b="1" dirty="0">
                <a:latin typeface="Meiryo UI" panose="020B0604030504040204" pitchFamily="50" charset="-128"/>
                <a:ea typeface="Yu Gothic" panose="020B0400000000000000" pitchFamily="50" charset="-128"/>
              </a:rPr>
              <a:t>エージェントの印象に関する</a:t>
            </a:r>
            <a:r>
              <a:rPr lang="en-US" altLang="ja-JP" sz="2000" b="1" dirty="0">
                <a:latin typeface="Meiryo UI" panose="020B0604030504040204" pitchFamily="50" charset="-128"/>
                <a:ea typeface="Yu Gothic" panose="020B0400000000000000" pitchFamily="50" charset="-128"/>
              </a:rPr>
              <a:t>19</a:t>
            </a:r>
            <a:r>
              <a:rPr lang="ja-JP" altLang="en-US" sz="2000" b="1" dirty="0">
                <a:latin typeface="Meiryo UI" panose="020B0604030504040204" pitchFamily="50" charset="-128"/>
                <a:ea typeface="Yu Gothic" panose="020B0400000000000000" pitchFamily="50" charset="-128"/>
              </a:rPr>
              <a:t>の質問項目（</a:t>
            </a:r>
            <a:r>
              <a:rPr lang="en-US" altLang="ja-JP" sz="2000" b="1" dirty="0">
                <a:latin typeface="Meiryo UI" panose="020B0604030504040204" pitchFamily="50" charset="-128"/>
                <a:ea typeface="Yu Gothic" panose="020B0400000000000000" pitchFamily="50" charset="-128"/>
              </a:rPr>
              <a:t>11</a:t>
            </a:r>
            <a:r>
              <a:rPr lang="ja-JP" altLang="en-US" sz="2000" b="1" dirty="0">
                <a:latin typeface="Meiryo UI" panose="020B0604030504040204" pitchFamily="50" charset="-128"/>
                <a:ea typeface="Yu Gothic" panose="020B0400000000000000" pitchFamily="50" charset="-128"/>
              </a:rPr>
              <a:t>件法）</a:t>
            </a:r>
            <a:endParaRPr lang="en-US" altLang="ja-JP" sz="2000" b="1" dirty="0">
              <a:latin typeface="Meiryo UI" panose="020B0604030504040204" pitchFamily="50" charset="-128"/>
              <a:ea typeface="Yu Gothic" panose="020B0400000000000000" pitchFamily="50" charset="-128"/>
            </a:endParaRPr>
          </a:p>
          <a:p>
            <a:pPr marL="285750" indent="-285750" fontAlgn="base">
              <a:lnSpc>
                <a:spcPts val="2400"/>
              </a:lnSpc>
              <a:buFont typeface="Arial" panose="020B0604020202020204" pitchFamily="34" charset="0"/>
              <a:buChar char="•"/>
            </a:pPr>
            <a:r>
              <a:rPr lang="ja-JP" altLang="ja-JP" b="1" dirty="0">
                <a:solidFill>
                  <a:schemeClr val="accent1"/>
                </a:solidFill>
              </a:rPr>
              <a:t>エージェントの一般的な印象に関する</a:t>
            </a:r>
            <a:r>
              <a:rPr lang="en-US" altLang="ja-JP" b="1" dirty="0">
                <a:solidFill>
                  <a:schemeClr val="accent1"/>
                </a:solidFill>
              </a:rPr>
              <a:t>18</a:t>
            </a:r>
            <a:r>
              <a:rPr lang="ja-JP" altLang="ja-JP" b="1" dirty="0">
                <a:solidFill>
                  <a:schemeClr val="accent1"/>
                </a:solidFill>
              </a:rPr>
              <a:t>項目 </a:t>
            </a:r>
            <a:r>
              <a:rPr lang="en-US" altLang="ja-JP" b="1" dirty="0">
                <a:solidFill>
                  <a:schemeClr val="accent1"/>
                </a:solidFill>
              </a:rPr>
              <a:t>[</a:t>
            </a:r>
            <a:r>
              <a:rPr lang="en-US" altLang="ja-JP" b="1" dirty="0" err="1">
                <a:solidFill>
                  <a:schemeClr val="accent1"/>
                </a:solidFill>
              </a:rPr>
              <a:t>Fitrianie</a:t>
            </a:r>
            <a:r>
              <a:rPr lang="ja-JP" altLang="ja-JP" b="1" dirty="0">
                <a:solidFill>
                  <a:schemeClr val="accent1"/>
                </a:solidFill>
              </a:rPr>
              <a:t>ら </a:t>
            </a:r>
            <a:r>
              <a:rPr lang="en-US" altLang="ja-JP" b="1" dirty="0">
                <a:solidFill>
                  <a:schemeClr val="accent1"/>
                </a:solidFill>
              </a:rPr>
              <a:t>‘20]</a:t>
            </a:r>
            <a:br>
              <a:rPr lang="en-US" altLang="ja-JP" b="1" dirty="0">
                <a:solidFill>
                  <a:schemeClr val="accent1"/>
                </a:solidFill>
              </a:rPr>
            </a:br>
            <a:r>
              <a:rPr lang="en-US" altLang="ja-JP" b="1" dirty="0">
                <a:sym typeface="Wingdings" panose="05000000000000000000" pitchFamily="2" charset="2"/>
              </a:rPr>
              <a:t></a:t>
            </a:r>
            <a:r>
              <a:rPr lang="ja-JP" altLang="en-US" b="1" dirty="0">
                <a:sym typeface="Wingdings" panose="05000000000000000000" pitchFamily="2" charset="2"/>
              </a:rPr>
              <a:t>日本語に翻訳したものを使用</a:t>
            </a:r>
            <a:r>
              <a:rPr lang="en-US" altLang="ja-JP" b="1" dirty="0">
                <a:sym typeface="Wingdings" panose="05000000000000000000" pitchFamily="2" charset="2"/>
              </a:rPr>
              <a:t>[</a:t>
            </a:r>
            <a:r>
              <a:rPr lang="ja-JP" altLang="en-US" b="1" dirty="0">
                <a:sym typeface="Wingdings" panose="05000000000000000000" pitchFamily="2" charset="2"/>
              </a:rPr>
              <a:t>吉原ら </a:t>
            </a:r>
            <a:r>
              <a:rPr lang="en-US" altLang="ja-JP" b="1" dirty="0">
                <a:sym typeface="Wingdings" panose="05000000000000000000" pitchFamily="2" charset="2"/>
              </a:rPr>
              <a:t>‘23]</a:t>
            </a:r>
            <a:r>
              <a:rPr lang="en-US" altLang="ja-JP" dirty="0"/>
              <a:t>​</a:t>
            </a:r>
          </a:p>
          <a:p>
            <a:pPr marL="285750" indent="-285750" fontAlgn="base">
              <a:lnSpc>
                <a:spcPts val="2400"/>
              </a:lnSpc>
              <a:buFont typeface="Arial" panose="020B0604020202020204" pitchFamily="34" charset="0"/>
              <a:buChar char="•"/>
            </a:pPr>
            <a:r>
              <a:rPr lang="ja-JP" altLang="en-US" b="1" dirty="0">
                <a:solidFill>
                  <a:schemeClr val="accent2"/>
                </a:solidFill>
                <a:latin typeface="Meiryo UI" panose="020B0604030504040204" pitchFamily="50" charset="-128"/>
                <a:ea typeface="Yu Gothic" panose="020B0400000000000000" pitchFamily="50" charset="-128"/>
              </a:rPr>
              <a:t>エージェントの人格切り替えの知覚度合いに関する</a:t>
            </a:r>
            <a:r>
              <a:rPr lang="en-US" altLang="ja-JP" b="1" dirty="0">
                <a:solidFill>
                  <a:schemeClr val="accent2"/>
                </a:solidFill>
                <a:latin typeface="Meiryo UI" panose="020B0604030504040204" pitchFamily="50" charset="-128"/>
                <a:ea typeface="Yu Gothic" panose="020B0400000000000000" pitchFamily="50" charset="-128"/>
              </a:rPr>
              <a:t>1</a:t>
            </a:r>
            <a:r>
              <a:rPr lang="ja-JP" altLang="en-US" b="1" dirty="0">
                <a:solidFill>
                  <a:schemeClr val="accent2"/>
                </a:solidFill>
                <a:latin typeface="Meiryo UI" panose="020B0604030504040204" pitchFamily="50" charset="-128"/>
                <a:ea typeface="Yu Gothic" panose="020B0400000000000000" pitchFamily="50" charset="-128"/>
              </a:rPr>
              <a:t>項目</a:t>
            </a:r>
            <a:endParaRPr lang="en-US" altLang="ja-JP" b="0" i="0" dirty="0">
              <a:solidFill>
                <a:schemeClr val="accent2"/>
              </a:solidFill>
              <a:effectLst/>
              <a:latin typeface="Meiryo UI" panose="020B0604030504040204" pitchFamily="50" charset="-128"/>
              <a:ea typeface="Meiryo UI" panose="020B0604030504040204" pitchFamily="50" charset="-128"/>
            </a:endParaRPr>
          </a:p>
          <a:p>
            <a:pPr algn="l" rtl="0" fontAlgn="base">
              <a:lnSpc>
                <a:spcPts val="2100"/>
              </a:lnSpc>
              <a:buNone/>
            </a:pPr>
            <a:r>
              <a:rPr lang="en-US" altLang="ja-JP" sz="1800" b="0" i="0" dirty="0">
                <a:solidFill>
                  <a:srgbClr val="000000"/>
                </a:solidFill>
                <a:effectLst/>
                <a:latin typeface="Yu Gothic" panose="020B0400000000000000" pitchFamily="50" charset="-128"/>
                <a:ea typeface="Meiryo UI" panose="020B0604030504040204" pitchFamily="50" charset="-128"/>
              </a:rPr>
              <a:t>​</a:t>
            </a:r>
            <a:endParaRPr lang="en-US" altLang="ja-JP" b="0" i="0" dirty="0">
              <a:solidFill>
                <a:srgbClr val="000000"/>
              </a:solidFill>
              <a:effectLst/>
              <a:latin typeface="Meiryo UI" panose="020B0604030504040204" pitchFamily="50" charset="-128"/>
              <a:ea typeface="Meiryo UI" panose="020B0604030504040204" pitchFamily="50" charset="-128"/>
            </a:endParaRPr>
          </a:p>
        </p:txBody>
      </p:sp>
      <p:sp>
        <p:nvSpPr>
          <p:cNvPr id="3" name="Rectangle 1">
            <a:extLst>
              <a:ext uri="{FF2B5EF4-FFF2-40B4-BE49-F238E27FC236}">
                <a16:creationId xmlns:a16="http://schemas.microsoft.com/office/drawing/2014/main" id="{E36E97DD-CE6B-AFA6-C2D9-4846C0D727BF}"/>
              </a:ext>
            </a:extLst>
          </p:cNvPr>
          <p:cNvSpPr>
            <a:spLocks noChangeArrowheads="1"/>
          </p:cNvSpPr>
          <p:nvPr/>
        </p:nvSpPr>
        <p:spPr bwMode="auto">
          <a:xfrm>
            <a:off x="-6774455" y="2056045"/>
            <a:ext cx="22015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rgbClr val="000000"/>
                </a:solidFill>
                <a:effectLst/>
                <a:latin typeface="Noto Sans JP" panose="020B0200000000000000" pitchFamily="50" charset="-128"/>
                <a:ea typeface="Noto Sans JP" panose="020B0200000000000000" pitchFamily="50" charset="-128"/>
              </a:rPr>
              <a:t> </a:t>
            </a:r>
            <a:endParaRPr kumimoji="0" lang="ja-JP" altLang="ja-JP"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ja-JP" altLang="ja-JP" sz="1800" b="0" i="0" u="none" strike="noStrike" cap="none" normalizeH="0" baseline="0">
              <a:ln>
                <a:noFill/>
              </a:ln>
              <a:solidFill>
                <a:schemeClr val="tx1"/>
              </a:solidFill>
              <a:effectLst/>
              <a:latin typeface="Arial" panose="020B0604020202020204" pitchFamily="34" charset="0"/>
            </a:endParaRPr>
          </a:p>
        </p:txBody>
      </p:sp>
      <p:graphicFrame>
        <p:nvGraphicFramePr>
          <p:cNvPr id="7" name="表 6">
            <a:extLst>
              <a:ext uri="{FF2B5EF4-FFF2-40B4-BE49-F238E27FC236}">
                <a16:creationId xmlns:a16="http://schemas.microsoft.com/office/drawing/2014/main" id="{E7B7215B-0139-AB12-4914-73FEF13D056D}"/>
              </a:ext>
            </a:extLst>
          </p:cNvPr>
          <p:cNvGraphicFramePr>
            <a:graphicFrameLocks noGrp="1"/>
          </p:cNvGraphicFramePr>
          <p:nvPr/>
        </p:nvGraphicFramePr>
        <p:xfrm>
          <a:off x="266991" y="2286000"/>
          <a:ext cx="8610017" cy="4572000"/>
        </p:xfrm>
        <a:graphic>
          <a:graphicData uri="http://schemas.openxmlformats.org/drawingml/2006/table">
            <a:tbl>
              <a:tblPr firstRow="1" bandRow="1">
                <a:tableStyleId>{9D7B26C5-4107-4FEC-AEDC-1716B250A1EF}</a:tableStyleId>
              </a:tblPr>
              <a:tblGrid>
                <a:gridCol w="574001">
                  <a:extLst>
                    <a:ext uri="{9D8B030D-6E8A-4147-A177-3AD203B41FA5}">
                      <a16:colId xmlns:a16="http://schemas.microsoft.com/office/drawing/2014/main" val="1744655011"/>
                    </a:ext>
                  </a:extLst>
                </a:gridCol>
                <a:gridCol w="5158556">
                  <a:extLst>
                    <a:ext uri="{9D8B030D-6E8A-4147-A177-3AD203B41FA5}">
                      <a16:colId xmlns:a16="http://schemas.microsoft.com/office/drawing/2014/main" val="2345229164"/>
                    </a:ext>
                  </a:extLst>
                </a:gridCol>
                <a:gridCol w="1013821">
                  <a:extLst>
                    <a:ext uri="{9D8B030D-6E8A-4147-A177-3AD203B41FA5}">
                      <a16:colId xmlns:a16="http://schemas.microsoft.com/office/drawing/2014/main" val="1443283543"/>
                    </a:ext>
                  </a:extLst>
                </a:gridCol>
                <a:gridCol w="738001">
                  <a:extLst>
                    <a:ext uri="{9D8B030D-6E8A-4147-A177-3AD203B41FA5}">
                      <a16:colId xmlns:a16="http://schemas.microsoft.com/office/drawing/2014/main" val="3846518700"/>
                    </a:ext>
                  </a:extLst>
                </a:gridCol>
                <a:gridCol w="1125638">
                  <a:extLst>
                    <a:ext uri="{9D8B030D-6E8A-4147-A177-3AD203B41FA5}">
                      <a16:colId xmlns:a16="http://schemas.microsoft.com/office/drawing/2014/main" val="2980939507"/>
                    </a:ext>
                  </a:extLst>
                </a:gridCol>
              </a:tblGrid>
              <a:tr h="207781">
                <a:tc>
                  <a:txBody>
                    <a:bodyPr/>
                    <a:lstStyle/>
                    <a:p>
                      <a:r>
                        <a:rPr kumimoji="1" lang="en-US" altLang="ja-JP" sz="900" dirty="0"/>
                        <a:t>No.</a:t>
                      </a:r>
                      <a:endParaRPr kumimoji="1" lang="ja-JP" altLang="en-US" sz="900" dirty="0"/>
                    </a:p>
                  </a:txBody>
                  <a:tcPr/>
                </a:tc>
                <a:tc>
                  <a:txBody>
                    <a:bodyPr/>
                    <a:lstStyle/>
                    <a:p>
                      <a:r>
                        <a:rPr kumimoji="1" lang="ja-JP" altLang="en-US" sz="900" dirty="0"/>
                        <a:t>質問</a:t>
                      </a:r>
                    </a:p>
                  </a:txBody>
                  <a:tcPr/>
                </a:tc>
                <a:tc>
                  <a:txBody>
                    <a:bodyPr/>
                    <a:lstStyle/>
                    <a:p>
                      <a:r>
                        <a:rPr kumimoji="1" lang="en-US" altLang="ja-JP" sz="900" dirty="0"/>
                        <a:t>1</a:t>
                      </a:r>
                      <a:endParaRPr kumimoji="1" lang="ja-JP" altLang="en-US" sz="900" dirty="0"/>
                    </a:p>
                  </a:txBody>
                  <a:tcPr/>
                </a:tc>
                <a:tc>
                  <a:txBody>
                    <a:bodyPr/>
                    <a:lstStyle/>
                    <a:p>
                      <a:r>
                        <a:rPr kumimoji="1" lang="en-US" altLang="ja-JP" sz="900" dirty="0"/>
                        <a:t>-</a:t>
                      </a:r>
                      <a:endParaRPr kumimoji="1" lang="ja-JP" altLang="en-US" sz="900" dirty="0"/>
                    </a:p>
                  </a:txBody>
                  <a:tcPr/>
                </a:tc>
                <a:tc>
                  <a:txBody>
                    <a:bodyPr/>
                    <a:lstStyle/>
                    <a:p>
                      <a:r>
                        <a:rPr kumimoji="1" lang="en-US" altLang="ja-JP" sz="900" dirty="0"/>
                        <a:t>11</a:t>
                      </a:r>
                      <a:endParaRPr kumimoji="1" lang="ja-JP" altLang="en-US" sz="900" dirty="0"/>
                    </a:p>
                  </a:txBody>
                  <a:tcPr/>
                </a:tc>
                <a:extLst>
                  <a:ext uri="{0D108BD9-81ED-4DB2-BD59-A6C34878D82A}">
                    <a16:rowId xmlns:a16="http://schemas.microsoft.com/office/drawing/2014/main" val="1246061242"/>
                  </a:ext>
                </a:extLst>
              </a:tr>
              <a:tr h="207781">
                <a:tc>
                  <a:txBody>
                    <a:bodyPr/>
                    <a:lstStyle/>
                    <a:p>
                      <a:r>
                        <a:rPr kumimoji="1" lang="en-US" altLang="ja-JP" sz="900" b="1" dirty="0">
                          <a:solidFill>
                            <a:schemeClr val="accent1"/>
                          </a:solidFill>
                        </a:rPr>
                        <a:t>Q1</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エージェントの外見は人間らしく自然である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258938384"/>
                  </a:ext>
                </a:extLst>
              </a:tr>
              <a:tr h="207781">
                <a:tc>
                  <a:txBody>
                    <a:bodyPr/>
                    <a:lstStyle/>
                    <a:p>
                      <a:r>
                        <a:rPr kumimoji="1" lang="en-US" altLang="ja-JP" sz="900" b="1" dirty="0">
                          <a:solidFill>
                            <a:schemeClr val="accent1"/>
                          </a:solidFill>
                        </a:rPr>
                        <a:t>Q2</a:t>
                      </a:r>
                      <a:endParaRPr kumimoji="1" lang="ja-JP" altLang="en-US" sz="900" b="1" dirty="0">
                        <a:solidFill>
                          <a:schemeClr val="accent1"/>
                        </a:solidFill>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1" dirty="0">
                          <a:solidFill>
                            <a:schemeClr val="accent1"/>
                          </a:solidFill>
                        </a:rPr>
                        <a:t>エージェントの言動は人間らしく自然である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91722908"/>
                  </a:ext>
                </a:extLst>
              </a:tr>
              <a:tr h="207781">
                <a:tc>
                  <a:txBody>
                    <a:bodyPr/>
                    <a:lstStyle/>
                    <a:p>
                      <a:r>
                        <a:rPr kumimoji="1" lang="en-US" altLang="ja-JP" sz="900" b="1" dirty="0">
                          <a:solidFill>
                            <a:schemeClr val="accent1"/>
                          </a:solidFill>
                        </a:rPr>
                        <a:t>Q3</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エージェントの外見はタスクに対して適切である </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653240321"/>
                  </a:ext>
                </a:extLst>
              </a:tr>
              <a:tr h="207781">
                <a:tc>
                  <a:txBody>
                    <a:bodyPr/>
                    <a:lstStyle/>
                    <a:p>
                      <a:r>
                        <a:rPr kumimoji="1" lang="en-US" altLang="ja-JP" sz="900" b="1" dirty="0">
                          <a:solidFill>
                            <a:schemeClr val="accent1"/>
                          </a:solidFill>
                        </a:rPr>
                        <a:t>Q4</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エージェントは使い勝手がよさそうだ</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459790237"/>
                  </a:ext>
                </a:extLst>
              </a:tr>
              <a:tr h="207781">
                <a:tc>
                  <a:txBody>
                    <a:bodyPr/>
                    <a:lstStyle/>
                    <a:p>
                      <a:r>
                        <a:rPr kumimoji="1" lang="en-US" altLang="ja-JP" sz="900" b="1" dirty="0">
                          <a:solidFill>
                            <a:schemeClr val="accent1"/>
                          </a:solidFill>
                        </a:rPr>
                        <a:t>Q5</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エージェントはタスクを適切に実行している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633688860"/>
                  </a:ext>
                </a:extLst>
              </a:tr>
              <a:tr h="207781">
                <a:tc>
                  <a:txBody>
                    <a:bodyPr/>
                    <a:lstStyle/>
                    <a:p>
                      <a:r>
                        <a:rPr kumimoji="1" lang="en-US" altLang="ja-JP" sz="900" b="1" dirty="0">
                          <a:solidFill>
                            <a:schemeClr val="accent1"/>
                          </a:solidFill>
                        </a:rPr>
                        <a:t>Q6</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エージェントには好感が持てる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781971190"/>
                  </a:ext>
                </a:extLst>
              </a:tr>
              <a:tr h="207781">
                <a:tc>
                  <a:txBody>
                    <a:bodyPr/>
                    <a:lstStyle/>
                    <a:p>
                      <a:r>
                        <a:rPr kumimoji="1" lang="en-US" altLang="ja-JP" sz="900" b="1" dirty="0">
                          <a:solidFill>
                            <a:schemeClr val="accent1"/>
                          </a:solidFill>
                        </a:rPr>
                        <a:t>Q7</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エージェントは社交的だと感じる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093623646"/>
                  </a:ext>
                </a:extLst>
              </a:tr>
              <a:tr h="207781">
                <a:tc>
                  <a:txBody>
                    <a:bodyPr/>
                    <a:lstStyle/>
                    <a:p>
                      <a:r>
                        <a:rPr kumimoji="1" lang="en-US" altLang="ja-JP" sz="900" b="1" dirty="0">
                          <a:solidFill>
                            <a:schemeClr val="accent1"/>
                          </a:solidFill>
                        </a:rPr>
                        <a:t>Q8</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エージェントと自然に会話を行うことができた</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177886145"/>
                  </a:ext>
                </a:extLst>
              </a:tr>
              <a:tr h="207781">
                <a:tc>
                  <a:txBody>
                    <a:bodyPr/>
                    <a:lstStyle/>
                    <a:p>
                      <a:r>
                        <a:rPr kumimoji="1" lang="en-US" altLang="ja-JP" sz="900" b="1" dirty="0">
                          <a:solidFill>
                            <a:schemeClr val="accent1"/>
                          </a:solidFill>
                        </a:rPr>
                        <a:t>Q9</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エージェントには個性がある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153456940"/>
                  </a:ext>
                </a:extLst>
              </a:tr>
              <a:tr h="207781">
                <a:tc>
                  <a:txBody>
                    <a:bodyPr/>
                    <a:lstStyle/>
                    <a:p>
                      <a:r>
                        <a:rPr kumimoji="1" lang="en-US" altLang="ja-JP" sz="900" b="1" dirty="0">
                          <a:solidFill>
                            <a:schemeClr val="accent1"/>
                          </a:solidFill>
                        </a:rPr>
                        <a:t>Q10</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エージェントは親しみやすい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945818408"/>
                  </a:ext>
                </a:extLst>
              </a:tr>
              <a:tr h="207781">
                <a:tc>
                  <a:txBody>
                    <a:bodyPr/>
                    <a:lstStyle/>
                    <a:p>
                      <a:r>
                        <a:rPr kumimoji="1" lang="en-US" altLang="ja-JP" sz="900" b="1" dirty="0">
                          <a:solidFill>
                            <a:schemeClr val="accent1"/>
                          </a:solidFill>
                        </a:rPr>
                        <a:t>Q11</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エージェントの言動は受け入れやすい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1848546"/>
                  </a:ext>
                </a:extLst>
              </a:tr>
              <a:tr h="207781">
                <a:tc>
                  <a:txBody>
                    <a:bodyPr/>
                    <a:lstStyle/>
                    <a:p>
                      <a:r>
                        <a:rPr kumimoji="1" lang="en-US" altLang="ja-JP" sz="900" b="1" dirty="0">
                          <a:solidFill>
                            <a:schemeClr val="accent1"/>
                          </a:solidFill>
                        </a:rPr>
                        <a:t>Q12</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エージェントの言動は見ていて楽しい</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2354162933"/>
                  </a:ext>
                </a:extLst>
              </a:tr>
              <a:tr h="207781">
                <a:tc>
                  <a:txBody>
                    <a:bodyPr/>
                    <a:lstStyle/>
                    <a:p>
                      <a:r>
                        <a:rPr kumimoji="1" lang="en-US" altLang="ja-JP" sz="900" b="1" dirty="0">
                          <a:solidFill>
                            <a:schemeClr val="accent1"/>
                          </a:solidFill>
                        </a:rPr>
                        <a:t>Q13</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エージェントは信頼できる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808695424"/>
                  </a:ext>
                </a:extLst>
              </a:tr>
              <a:tr h="207781">
                <a:tc>
                  <a:txBody>
                    <a:bodyPr/>
                    <a:lstStyle/>
                    <a:p>
                      <a:r>
                        <a:rPr kumimoji="1" lang="en-US" altLang="ja-JP" sz="900" b="1" dirty="0">
                          <a:solidFill>
                            <a:schemeClr val="accent1"/>
                          </a:solidFill>
                        </a:rPr>
                        <a:t>Q14</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エージェントは気配りができる</a:t>
                      </a:r>
                      <a:endParaRPr kumimoji="1" lang="en-US" altLang="ja-JP"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822548761"/>
                  </a:ext>
                </a:extLst>
              </a:tr>
              <a:tr h="207781">
                <a:tc>
                  <a:txBody>
                    <a:bodyPr/>
                    <a:lstStyle/>
                    <a:p>
                      <a:r>
                        <a:rPr kumimoji="1" lang="en-US" altLang="ja-JP" sz="900" b="1" dirty="0">
                          <a:solidFill>
                            <a:schemeClr val="accent1"/>
                          </a:solidFill>
                        </a:rPr>
                        <a:t>Q15</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エージェントぼ言動は一貫している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210507351"/>
                  </a:ext>
                </a:extLst>
              </a:tr>
              <a:tr h="207781">
                <a:tc>
                  <a:txBody>
                    <a:bodyPr/>
                    <a:lstStyle/>
                    <a:p>
                      <a:r>
                        <a:rPr kumimoji="1" lang="en-US" altLang="ja-JP" sz="900" b="1" dirty="0">
                          <a:solidFill>
                            <a:schemeClr val="accent1"/>
                          </a:solidFill>
                        </a:rPr>
                        <a:t>Q16</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エージェントの言動には意図がある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1641715857"/>
                  </a:ext>
                </a:extLst>
              </a:tr>
              <a:tr h="207781">
                <a:tc>
                  <a:txBody>
                    <a:bodyPr/>
                    <a:lstStyle/>
                    <a:p>
                      <a:r>
                        <a:rPr kumimoji="1" lang="en-US" altLang="ja-JP" sz="900" b="1" dirty="0">
                          <a:solidFill>
                            <a:schemeClr val="accent1"/>
                          </a:solidFill>
                        </a:rPr>
                        <a:t>Q17</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エージェントには存在感がある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4012605377"/>
                  </a:ext>
                </a:extLst>
              </a:tr>
              <a:tr h="207781">
                <a:tc>
                  <a:txBody>
                    <a:bodyPr/>
                    <a:lstStyle/>
                    <a:p>
                      <a:r>
                        <a:rPr kumimoji="1" lang="en-US" altLang="ja-JP" sz="900" b="1" dirty="0">
                          <a:solidFill>
                            <a:schemeClr val="accent1"/>
                          </a:solidFill>
                        </a:rPr>
                        <a:t>Q18</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エージェントには影響力がある</a:t>
                      </a:r>
                    </a:p>
                  </a:txBody>
                  <a:tcPr>
                    <a:solidFill>
                      <a:schemeClr val="bg1"/>
                    </a:solidFill>
                  </a:tcPr>
                </a:tc>
                <a:tc>
                  <a:txBody>
                    <a:bodyPr/>
                    <a:lstStyle/>
                    <a:p>
                      <a:r>
                        <a:rPr kumimoji="1" lang="ja-JP" altLang="en-US" sz="900" b="1" dirty="0">
                          <a:solidFill>
                            <a:schemeClr val="accent1"/>
                          </a:solidFill>
                        </a:rPr>
                        <a:t>あてはまらない</a:t>
                      </a:r>
                    </a:p>
                  </a:txBody>
                  <a:tcPr>
                    <a:solidFill>
                      <a:schemeClr val="bg1"/>
                    </a:solidFill>
                  </a:tcPr>
                </a:tc>
                <a:tc>
                  <a:txBody>
                    <a:bodyPr/>
                    <a:lstStyle/>
                    <a:p>
                      <a:r>
                        <a:rPr kumimoji="1" lang="en-US" altLang="ja-JP" sz="900" b="1" dirty="0">
                          <a:solidFill>
                            <a:schemeClr val="accent1"/>
                          </a:solidFill>
                        </a:rPr>
                        <a:t>-</a:t>
                      </a:r>
                      <a:endParaRPr kumimoji="1" lang="ja-JP" altLang="en-US" sz="900" b="1" dirty="0">
                        <a:solidFill>
                          <a:schemeClr val="accent1"/>
                        </a:solidFill>
                      </a:endParaRPr>
                    </a:p>
                  </a:txBody>
                  <a:tcPr>
                    <a:solidFill>
                      <a:schemeClr val="bg1"/>
                    </a:solidFill>
                  </a:tcPr>
                </a:tc>
                <a:tc>
                  <a:txBody>
                    <a:bodyPr/>
                    <a:lstStyle/>
                    <a:p>
                      <a:r>
                        <a:rPr kumimoji="1" lang="ja-JP" altLang="en-US" sz="900" b="1" dirty="0">
                          <a:solidFill>
                            <a:schemeClr val="accent1"/>
                          </a:solidFill>
                        </a:rPr>
                        <a:t>あてはまる</a:t>
                      </a:r>
                    </a:p>
                  </a:txBody>
                  <a:tcPr>
                    <a:solidFill>
                      <a:schemeClr val="bg1"/>
                    </a:solidFill>
                  </a:tcPr>
                </a:tc>
                <a:extLst>
                  <a:ext uri="{0D108BD9-81ED-4DB2-BD59-A6C34878D82A}">
                    <a16:rowId xmlns:a16="http://schemas.microsoft.com/office/drawing/2014/main" val="3758108997"/>
                  </a:ext>
                </a:extLst>
              </a:tr>
              <a:tr h="207781">
                <a:tc>
                  <a:txBody>
                    <a:bodyPr/>
                    <a:lstStyle/>
                    <a:p>
                      <a:r>
                        <a:rPr kumimoji="1" lang="en-US" altLang="ja-JP" sz="900" b="1" dirty="0">
                          <a:solidFill>
                            <a:schemeClr val="accent2"/>
                          </a:solidFill>
                        </a:rPr>
                        <a:t>Q19</a:t>
                      </a:r>
                      <a:endParaRPr kumimoji="1" lang="ja-JP" altLang="en-US" sz="900" b="1" dirty="0">
                        <a:solidFill>
                          <a:schemeClr val="accent2"/>
                        </a:solidFill>
                      </a:endParaRPr>
                    </a:p>
                  </a:txBody>
                  <a:tcPr>
                    <a:solidFill>
                      <a:schemeClr val="bg1"/>
                    </a:solidFill>
                  </a:tcPr>
                </a:tc>
                <a:tc>
                  <a:txBody>
                    <a:bodyPr/>
                    <a:lstStyle/>
                    <a:p>
                      <a:r>
                        <a:rPr kumimoji="1" lang="ja-JP" altLang="en-US" sz="900" b="1" dirty="0">
                          <a:solidFill>
                            <a:schemeClr val="accent2"/>
                          </a:solidFill>
                        </a:rPr>
                        <a:t>エージェントの人格が変わったと感じましたか</a:t>
                      </a:r>
                    </a:p>
                  </a:txBody>
                  <a:tcPr>
                    <a:solidFill>
                      <a:schemeClr val="bg1"/>
                    </a:solidFill>
                  </a:tcPr>
                </a:tc>
                <a:tc>
                  <a:txBody>
                    <a:bodyPr/>
                    <a:lstStyle/>
                    <a:p>
                      <a:r>
                        <a:rPr kumimoji="1" lang="ja-JP" altLang="en-US" sz="900" b="1" dirty="0">
                          <a:solidFill>
                            <a:schemeClr val="accent2"/>
                          </a:solidFill>
                        </a:rPr>
                        <a:t>あてはまらない</a:t>
                      </a:r>
                    </a:p>
                  </a:txBody>
                  <a:tcPr>
                    <a:solidFill>
                      <a:schemeClr val="bg1"/>
                    </a:solidFill>
                  </a:tcPr>
                </a:tc>
                <a:tc>
                  <a:txBody>
                    <a:bodyPr/>
                    <a:lstStyle/>
                    <a:p>
                      <a:r>
                        <a:rPr kumimoji="1" lang="en-US" altLang="ja-JP" sz="900" b="1" dirty="0">
                          <a:solidFill>
                            <a:schemeClr val="accent2"/>
                          </a:solidFill>
                        </a:rPr>
                        <a:t>-</a:t>
                      </a:r>
                      <a:endParaRPr kumimoji="1" lang="ja-JP" altLang="en-US" sz="900" b="1" dirty="0">
                        <a:solidFill>
                          <a:schemeClr val="accent2"/>
                        </a:solidFill>
                      </a:endParaRPr>
                    </a:p>
                  </a:txBody>
                  <a:tcPr>
                    <a:solidFill>
                      <a:schemeClr val="bg1"/>
                    </a:solidFill>
                  </a:tcPr>
                </a:tc>
                <a:tc>
                  <a:txBody>
                    <a:bodyPr/>
                    <a:lstStyle/>
                    <a:p>
                      <a:r>
                        <a:rPr kumimoji="1" lang="ja-JP" altLang="en-US" sz="900" b="1" dirty="0">
                          <a:solidFill>
                            <a:schemeClr val="accent2"/>
                          </a:solidFill>
                        </a:rPr>
                        <a:t>あてはまる</a:t>
                      </a:r>
                    </a:p>
                  </a:txBody>
                  <a:tcPr>
                    <a:solidFill>
                      <a:schemeClr val="bg1"/>
                    </a:solidFill>
                  </a:tcPr>
                </a:tc>
                <a:extLst>
                  <a:ext uri="{0D108BD9-81ED-4DB2-BD59-A6C34878D82A}">
                    <a16:rowId xmlns:a16="http://schemas.microsoft.com/office/drawing/2014/main" val="2848573787"/>
                  </a:ext>
                </a:extLst>
              </a:tr>
            </a:tbl>
          </a:graphicData>
        </a:graphic>
      </p:graphicFrame>
    </p:spTree>
    <p:extLst>
      <p:ext uri="{BB962C8B-B14F-4D97-AF65-F5344CB8AC3E}">
        <p14:creationId xmlns:p14="http://schemas.microsoft.com/office/powerpoint/2010/main" val="3605732547"/>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42680</TotalTime>
  <Words>7805</Words>
  <Application>Microsoft Office PowerPoint</Application>
  <PresentationFormat>画面に合わせる (4:3)</PresentationFormat>
  <Paragraphs>661</Paragraphs>
  <Slides>29</Slides>
  <Notes>29</Notes>
  <HiddenSlides>12</HiddenSlides>
  <MMClips>4</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29</vt:i4>
      </vt:variant>
    </vt:vector>
  </HeadingPairs>
  <TitlesOfParts>
    <vt:vector size="38" baseType="lpstr">
      <vt:lpstr>Meiryo UI</vt:lpstr>
      <vt:lpstr>Noto Sans JP</vt:lpstr>
      <vt:lpstr>游ゴシック</vt:lpstr>
      <vt:lpstr>游ゴシック</vt:lpstr>
      <vt:lpstr>Aptos</vt:lpstr>
      <vt:lpstr>Aptos Display</vt:lpstr>
      <vt:lpstr>Arial</vt:lpstr>
      <vt:lpstr>Wingdings</vt:lpstr>
      <vt:lpstr>Office テーマ</vt:lpstr>
      <vt:lpstr>LLMのセッションリセットに伴う 人格切り替えがユーザの印象に与える影響</vt:lpstr>
      <vt:lpstr>概要</vt:lpstr>
      <vt:lpstr>背景</vt:lpstr>
      <vt:lpstr>関連研究</vt:lpstr>
      <vt:lpstr>目的</vt:lpstr>
      <vt:lpstr>人格切替システム</vt:lpstr>
      <vt:lpstr>MBTIとは</vt:lpstr>
      <vt:lpstr>採用する人格</vt:lpstr>
      <vt:lpstr>人格付与方法</vt:lpstr>
      <vt:lpstr>ISTJ付与プロンプト</vt:lpstr>
      <vt:lpstr>ENFP付与プロンプト</vt:lpstr>
      <vt:lpstr>口調の変換方法</vt:lpstr>
      <vt:lpstr>実験方法</vt:lpstr>
      <vt:lpstr>提示する対話の内容</vt:lpstr>
      <vt:lpstr>対話体験の提示</vt:lpstr>
      <vt:lpstr>評価指標</vt:lpstr>
      <vt:lpstr>まとめ</vt:lpstr>
      <vt:lpstr>概要</vt:lpstr>
      <vt:lpstr>LLMに人格付与する研究</vt:lpstr>
      <vt:lpstr>人格付与プロンプト</vt:lpstr>
      <vt:lpstr>ENFP付与プロンプト</vt:lpstr>
      <vt:lpstr>ISTJ付与プロンプト</vt:lpstr>
      <vt:lpstr>ENFP付与プロンプト</vt:lpstr>
      <vt:lpstr>実験方法</vt:lpstr>
      <vt:lpstr>実験方法</vt:lpstr>
      <vt:lpstr>提示する対話の内容</vt:lpstr>
      <vt:lpstr>ISTJ付与プロンプト</vt:lpstr>
      <vt:lpstr>口調の変換方法</vt:lpstr>
      <vt:lpstr>評価指標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西澤　奏都</dc:creator>
  <cp:lastModifiedBy>西澤　奏都</cp:lastModifiedBy>
  <cp:revision>21</cp:revision>
  <dcterms:created xsi:type="dcterms:W3CDTF">2025-11-30T22:42:53Z</dcterms:created>
  <dcterms:modified xsi:type="dcterms:W3CDTF">2026-01-31T12:33:56Z</dcterms:modified>
</cp:coreProperties>
</file>